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5" r:id="rId8"/>
    <p:sldId id="268" r:id="rId9"/>
    <p:sldId id="269" r:id="rId10"/>
    <p:sldId id="262" r:id="rId11"/>
    <p:sldId id="266" r:id="rId12"/>
    <p:sldId id="263" r:id="rId13"/>
    <p:sldId id="264" r:id="rId14"/>
    <p:sldId id="270" r:id="rId1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798" y="-96"/>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61B00B7C-193E-44EA-85AE-B656653CDF83}" type="datetimeFigureOut">
              <a:rPr lang="en-US" smtClean="0"/>
              <a:pPr/>
              <a:t>08-Nov-19</a:t>
            </a:fld>
            <a:endParaRPr lang="en-US"/>
          </a:p>
        </p:txBody>
      </p:sp>
      <p:sp>
        <p:nvSpPr>
          <p:cNvPr id="4" name="Slide Image Placeholder 3"/>
          <p:cNvSpPr>
            <a:spLocks noGrp="1" noRot="1" noChangeAspect="1"/>
          </p:cNvSpPr>
          <p:nvPr>
            <p:ph type="sldImg" idx="2"/>
          </p:nvPr>
        </p:nvSpPr>
        <p:spPr>
          <a:xfrm>
            <a:off x="3810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D8F84C0C-A8B2-4E14-A17D-D092FC01C0C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08-Nov-19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800" b="0" i="0">
                <a:solidFill>
                  <a:srgbClr val="90C225"/>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0"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08-Nov-19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800" b="0" i="0">
                <a:solidFill>
                  <a:srgbClr val="90C225"/>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08-Nov-19</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8800" b="0" i="0">
                <a:solidFill>
                  <a:srgbClr val="90C225"/>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08-Nov-19</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2C3B43"/>
          </a:solidFill>
        </p:spPr>
        <p:txBody>
          <a:bodyPr wrap="square" lIns="0" tIns="0" rIns="0" bIns="0" rtlCol="0"/>
          <a:lstStyle/>
          <a:p>
            <a:endParaRPr/>
          </a:p>
        </p:txBody>
      </p:sp>
      <p:sp>
        <p:nvSpPr>
          <p:cNvPr id="17" name="bk object 17"/>
          <p:cNvSpPr/>
          <p:nvPr/>
        </p:nvSpPr>
        <p:spPr>
          <a:xfrm>
            <a:off x="9371076" y="1523"/>
            <a:ext cx="1219200" cy="6858000"/>
          </a:xfrm>
          <a:custGeom>
            <a:avLst/>
            <a:gdLst/>
            <a:ahLst/>
            <a:cxnLst/>
            <a:rect l="l" t="t" r="r" b="b"/>
            <a:pathLst>
              <a:path w="1219200" h="6858000">
                <a:moveTo>
                  <a:pt x="0" y="0"/>
                </a:moveTo>
                <a:lnTo>
                  <a:pt x="1219200" y="6857999"/>
                </a:lnTo>
              </a:path>
            </a:pathLst>
          </a:custGeom>
          <a:ln w="9144">
            <a:solidFill>
              <a:srgbClr val="252525"/>
            </a:solidFill>
          </a:ln>
        </p:spPr>
        <p:txBody>
          <a:bodyPr wrap="square" lIns="0" tIns="0" rIns="0" bIns="0" rtlCol="0"/>
          <a:lstStyle/>
          <a:p>
            <a:endParaRPr/>
          </a:p>
        </p:txBody>
      </p:sp>
      <p:sp>
        <p:nvSpPr>
          <p:cNvPr id="18" name="bk object 18"/>
          <p:cNvSpPr/>
          <p:nvPr/>
        </p:nvSpPr>
        <p:spPr>
          <a:xfrm>
            <a:off x="7426452" y="3683508"/>
            <a:ext cx="4763770" cy="3176905"/>
          </a:xfrm>
          <a:custGeom>
            <a:avLst/>
            <a:gdLst/>
            <a:ahLst/>
            <a:cxnLst/>
            <a:rect l="l" t="t" r="r" b="b"/>
            <a:pathLst>
              <a:path w="4763770" h="3176904">
                <a:moveTo>
                  <a:pt x="4763516" y="0"/>
                </a:moveTo>
                <a:lnTo>
                  <a:pt x="0" y="3176586"/>
                </a:lnTo>
              </a:path>
            </a:pathLst>
          </a:custGeom>
          <a:ln w="9143">
            <a:solidFill>
              <a:srgbClr val="252525"/>
            </a:solidFill>
          </a:ln>
        </p:spPr>
        <p:txBody>
          <a:bodyPr wrap="square" lIns="0" tIns="0" rIns="0" bIns="0" rtlCol="0"/>
          <a:lstStyle/>
          <a:p>
            <a:endParaRPr/>
          </a:p>
        </p:txBody>
      </p:sp>
      <p:sp>
        <p:nvSpPr>
          <p:cNvPr id="19" name="bk object 19"/>
          <p:cNvSpPr/>
          <p:nvPr/>
        </p:nvSpPr>
        <p:spPr>
          <a:xfrm>
            <a:off x="9180576" y="0"/>
            <a:ext cx="3008630" cy="6858000"/>
          </a:xfrm>
          <a:custGeom>
            <a:avLst/>
            <a:gdLst/>
            <a:ahLst/>
            <a:cxnLst/>
            <a:rect l="l" t="t" r="r" b="b"/>
            <a:pathLst>
              <a:path w="3008629" h="6858000">
                <a:moveTo>
                  <a:pt x="3008374" y="0"/>
                </a:moveTo>
                <a:lnTo>
                  <a:pt x="2043498" y="0"/>
                </a:lnTo>
                <a:lnTo>
                  <a:pt x="0" y="6857996"/>
                </a:lnTo>
                <a:lnTo>
                  <a:pt x="3008374" y="6857996"/>
                </a:lnTo>
                <a:lnTo>
                  <a:pt x="3008374" y="0"/>
                </a:lnTo>
                <a:close/>
              </a:path>
            </a:pathLst>
          </a:custGeom>
          <a:solidFill>
            <a:srgbClr val="90C225">
              <a:alpha val="30195"/>
            </a:srgbClr>
          </a:solidFill>
        </p:spPr>
        <p:txBody>
          <a:bodyPr wrap="square" lIns="0" tIns="0" rIns="0" bIns="0" rtlCol="0"/>
          <a:lstStyle/>
          <a:p>
            <a:endParaRPr/>
          </a:p>
        </p:txBody>
      </p:sp>
      <p:sp>
        <p:nvSpPr>
          <p:cNvPr id="20" name="bk object 20"/>
          <p:cNvSpPr/>
          <p:nvPr/>
        </p:nvSpPr>
        <p:spPr>
          <a:xfrm>
            <a:off x="9605857" y="0"/>
            <a:ext cx="2586355" cy="6858000"/>
          </a:xfrm>
          <a:custGeom>
            <a:avLst/>
            <a:gdLst/>
            <a:ahLst/>
            <a:cxnLst/>
            <a:rect l="l" t="t" r="r" b="b"/>
            <a:pathLst>
              <a:path w="2586354" h="6858000">
                <a:moveTo>
                  <a:pt x="2586141" y="0"/>
                </a:moveTo>
                <a:lnTo>
                  <a:pt x="0" y="0"/>
                </a:lnTo>
                <a:lnTo>
                  <a:pt x="1207429" y="6857996"/>
                </a:lnTo>
                <a:lnTo>
                  <a:pt x="2586141" y="6857996"/>
                </a:lnTo>
                <a:lnTo>
                  <a:pt x="2586141" y="0"/>
                </a:lnTo>
                <a:close/>
              </a:path>
            </a:pathLst>
          </a:custGeom>
          <a:solidFill>
            <a:srgbClr val="90C225">
              <a:alpha val="19999"/>
            </a:srgbClr>
          </a:solidFill>
        </p:spPr>
        <p:txBody>
          <a:bodyPr wrap="square" lIns="0" tIns="0" rIns="0" bIns="0" rtlCol="0"/>
          <a:lstStyle/>
          <a:p>
            <a:endParaRPr/>
          </a:p>
        </p:txBody>
      </p:sp>
      <p:sp>
        <p:nvSpPr>
          <p:cNvPr id="21" name="bk object 21"/>
          <p:cNvSpPr/>
          <p:nvPr/>
        </p:nvSpPr>
        <p:spPr>
          <a:xfrm>
            <a:off x="8933688" y="3048000"/>
            <a:ext cx="3258820" cy="3810000"/>
          </a:xfrm>
          <a:custGeom>
            <a:avLst/>
            <a:gdLst/>
            <a:ahLst/>
            <a:cxnLst/>
            <a:rect l="l" t="t" r="r" b="b"/>
            <a:pathLst>
              <a:path w="3258820" h="3810000">
                <a:moveTo>
                  <a:pt x="3258311" y="0"/>
                </a:moveTo>
                <a:lnTo>
                  <a:pt x="0" y="3809999"/>
                </a:lnTo>
                <a:lnTo>
                  <a:pt x="3258311" y="3809999"/>
                </a:lnTo>
                <a:lnTo>
                  <a:pt x="3258311" y="0"/>
                </a:lnTo>
                <a:close/>
              </a:path>
            </a:pathLst>
          </a:custGeom>
          <a:solidFill>
            <a:srgbClr val="539F20">
              <a:alpha val="72155"/>
            </a:srgbClr>
          </a:solidFill>
        </p:spPr>
        <p:txBody>
          <a:bodyPr wrap="square" lIns="0" tIns="0" rIns="0" bIns="0" rtlCol="0"/>
          <a:lstStyle/>
          <a:p>
            <a:endParaRPr/>
          </a:p>
        </p:txBody>
      </p:sp>
      <p:sp>
        <p:nvSpPr>
          <p:cNvPr id="22" name="bk object 22"/>
          <p:cNvSpPr/>
          <p:nvPr/>
        </p:nvSpPr>
        <p:spPr>
          <a:xfrm>
            <a:off x="9339312" y="0"/>
            <a:ext cx="2849880" cy="6858000"/>
          </a:xfrm>
          <a:custGeom>
            <a:avLst/>
            <a:gdLst/>
            <a:ahLst/>
            <a:cxnLst/>
            <a:rect l="l" t="t" r="r" b="b"/>
            <a:pathLst>
              <a:path w="2849879" h="6858000">
                <a:moveTo>
                  <a:pt x="2849639" y="0"/>
                </a:moveTo>
                <a:lnTo>
                  <a:pt x="0" y="0"/>
                </a:lnTo>
                <a:lnTo>
                  <a:pt x="2466225" y="6857996"/>
                </a:lnTo>
                <a:lnTo>
                  <a:pt x="2849639" y="6857996"/>
                </a:lnTo>
                <a:lnTo>
                  <a:pt x="2849639" y="0"/>
                </a:lnTo>
                <a:close/>
              </a:path>
            </a:pathLst>
          </a:custGeom>
          <a:solidFill>
            <a:srgbClr val="3E7818">
              <a:alpha val="70195"/>
            </a:srgbClr>
          </a:solidFill>
        </p:spPr>
        <p:txBody>
          <a:bodyPr wrap="square" lIns="0" tIns="0" rIns="0" bIns="0" rtlCol="0"/>
          <a:lstStyle/>
          <a:p>
            <a:endParaRPr/>
          </a:p>
        </p:txBody>
      </p:sp>
      <p:sp>
        <p:nvSpPr>
          <p:cNvPr id="23" name="bk object 23"/>
          <p:cNvSpPr/>
          <p:nvPr/>
        </p:nvSpPr>
        <p:spPr>
          <a:xfrm>
            <a:off x="10899648" y="0"/>
            <a:ext cx="1289685" cy="6858000"/>
          </a:xfrm>
          <a:custGeom>
            <a:avLst/>
            <a:gdLst/>
            <a:ahLst/>
            <a:cxnLst/>
            <a:rect l="l" t="t" r="r" b="b"/>
            <a:pathLst>
              <a:path w="1289684" h="6858000">
                <a:moveTo>
                  <a:pt x="1289303" y="0"/>
                </a:moveTo>
                <a:lnTo>
                  <a:pt x="1017690" y="0"/>
                </a:lnTo>
                <a:lnTo>
                  <a:pt x="0" y="6857996"/>
                </a:lnTo>
                <a:lnTo>
                  <a:pt x="1289303" y="6857996"/>
                </a:lnTo>
                <a:lnTo>
                  <a:pt x="1289303" y="0"/>
                </a:lnTo>
                <a:close/>
              </a:path>
            </a:pathLst>
          </a:custGeom>
          <a:solidFill>
            <a:srgbClr val="C0E374">
              <a:alpha val="70195"/>
            </a:srgbClr>
          </a:solidFill>
        </p:spPr>
        <p:txBody>
          <a:bodyPr wrap="square" lIns="0" tIns="0" rIns="0" bIns="0" rtlCol="0"/>
          <a:lstStyle/>
          <a:p>
            <a:endParaRPr/>
          </a:p>
        </p:txBody>
      </p:sp>
      <p:sp>
        <p:nvSpPr>
          <p:cNvPr id="24" name="bk object 24"/>
          <p:cNvSpPr/>
          <p:nvPr/>
        </p:nvSpPr>
        <p:spPr>
          <a:xfrm>
            <a:off x="10940749" y="0"/>
            <a:ext cx="1248410" cy="6858000"/>
          </a:xfrm>
          <a:custGeom>
            <a:avLst/>
            <a:gdLst/>
            <a:ahLst/>
            <a:cxnLst/>
            <a:rect l="l" t="t" r="r" b="b"/>
            <a:pathLst>
              <a:path w="1248409" h="6858000">
                <a:moveTo>
                  <a:pt x="1248203" y="0"/>
                </a:moveTo>
                <a:lnTo>
                  <a:pt x="0" y="0"/>
                </a:lnTo>
                <a:lnTo>
                  <a:pt x="1107740" y="6857996"/>
                </a:lnTo>
                <a:lnTo>
                  <a:pt x="1248203" y="6857996"/>
                </a:lnTo>
                <a:lnTo>
                  <a:pt x="1248203" y="0"/>
                </a:lnTo>
                <a:close/>
              </a:path>
            </a:pathLst>
          </a:custGeom>
          <a:solidFill>
            <a:srgbClr val="90C225">
              <a:alpha val="65097"/>
            </a:srgbClr>
          </a:solidFill>
        </p:spPr>
        <p:txBody>
          <a:bodyPr wrap="square" lIns="0" tIns="0" rIns="0" bIns="0" rtlCol="0"/>
          <a:lstStyle/>
          <a:p>
            <a:endParaRPr/>
          </a:p>
        </p:txBody>
      </p:sp>
      <p:sp>
        <p:nvSpPr>
          <p:cNvPr id="25" name="bk object 25"/>
          <p:cNvSpPr/>
          <p:nvPr/>
        </p:nvSpPr>
        <p:spPr>
          <a:xfrm>
            <a:off x="10372343" y="3590544"/>
            <a:ext cx="1816735" cy="3267710"/>
          </a:xfrm>
          <a:custGeom>
            <a:avLst/>
            <a:gdLst/>
            <a:ahLst/>
            <a:cxnLst/>
            <a:rect l="l" t="t" r="r" b="b"/>
            <a:pathLst>
              <a:path w="1816734" h="3267709">
                <a:moveTo>
                  <a:pt x="1816607" y="0"/>
                </a:moveTo>
                <a:lnTo>
                  <a:pt x="0" y="3267455"/>
                </a:lnTo>
                <a:lnTo>
                  <a:pt x="1816607" y="3267455"/>
                </a:lnTo>
                <a:lnTo>
                  <a:pt x="1816607" y="0"/>
                </a:lnTo>
                <a:close/>
              </a:path>
            </a:pathLst>
          </a:custGeom>
          <a:solidFill>
            <a:srgbClr val="90C225">
              <a:alpha val="79998"/>
            </a:srgbClr>
          </a:solidFill>
        </p:spPr>
        <p:txBody>
          <a:bodyPr wrap="square" lIns="0" tIns="0" rIns="0" bIns="0" rtlCol="0"/>
          <a:lstStyle/>
          <a:p>
            <a:endParaRPr/>
          </a:p>
        </p:txBody>
      </p:sp>
      <p:sp>
        <p:nvSpPr>
          <p:cNvPr id="26" name="bk object 26"/>
          <p:cNvSpPr/>
          <p:nvPr/>
        </p:nvSpPr>
        <p:spPr>
          <a:xfrm>
            <a:off x="0" y="4014215"/>
            <a:ext cx="448309" cy="2844165"/>
          </a:xfrm>
          <a:custGeom>
            <a:avLst/>
            <a:gdLst/>
            <a:ahLst/>
            <a:cxnLst/>
            <a:rect l="l" t="t" r="r" b="b"/>
            <a:pathLst>
              <a:path w="448309" h="2844165">
                <a:moveTo>
                  <a:pt x="0" y="0"/>
                </a:moveTo>
                <a:lnTo>
                  <a:pt x="0" y="2843783"/>
                </a:lnTo>
                <a:lnTo>
                  <a:pt x="448056" y="2843783"/>
                </a:lnTo>
                <a:lnTo>
                  <a:pt x="0" y="0"/>
                </a:lnTo>
                <a:close/>
              </a:path>
            </a:pathLst>
          </a:custGeom>
          <a:solidFill>
            <a:srgbClr val="90C225">
              <a:alpha val="85096"/>
            </a:srgbClr>
          </a:solidFill>
        </p:spPr>
        <p:txBody>
          <a:bodyPr wrap="square" lIns="0" tIns="0" rIns="0" bIns="0" rtlCol="0"/>
          <a:lstStyle/>
          <a:p>
            <a:endParaRPr/>
          </a:p>
        </p:txBody>
      </p:sp>
      <p:sp>
        <p:nvSpPr>
          <p:cNvPr id="27" name="bk object 27"/>
          <p:cNvSpPr/>
          <p:nvPr/>
        </p:nvSpPr>
        <p:spPr>
          <a:xfrm>
            <a:off x="835152" y="862583"/>
            <a:ext cx="8129016" cy="5288280"/>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08-Nov-19</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2C3B43"/>
          </a:solidFill>
        </p:spPr>
        <p:txBody>
          <a:bodyPr wrap="square" lIns="0" tIns="0" rIns="0" bIns="0" rtlCol="0"/>
          <a:lstStyle/>
          <a:p>
            <a:endParaRPr/>
          </a:p>
        </p:txBody>
      </p:sp>
      <p:sp>
        <p:nvSpPr>
          <p:cNvPr id="17" name="bk object 17"/>
          <p:cNvSpPr/>
          <p:nvPr/>
        </p:nvSpPr>
        <p:spPr>
          <a:xfrm>
            <a:off x="9371076" y="1523"/>
            <a:ext cx="1219200" cy="6858000"/>
          </a:xfrm>
          <a:custGeom>
            <a:avLst/>
            <a:gdLst/>
            <a:ahLst/>
            <a:cxnLst/>
            <a:rect l="l" t="t" r="r" b="b"/>
            <a:pathLst>
              <a:path w="1219200" h="6858000">
                <a:moveTo>
                  <a:pt x="0" y="0"/>
                </a:moveTo>
                <a:lnTo>
                  <a:pt x="1219200" y="6857999"/>
                </a:lnTo>
              </a:path>
            </a:pathLst>
          </a:custGeom>
          <a:ln w="9144">
            <a:solidFill>
              <a:srgbClr val="252525"/>
            </a:solidFill>
          </a:ln>
        </p:spPr>
        <p:txBody>
          <a:bodyPr wrap="square" lIns="0" tIns="0" rIns="0" bIns="0" rtlCol="0"/>
          <a:lstStyle/>
          <a:p>
            <a:endParaRPr/>
          </a:p>
        </p:txBody>
      </p:sp>
      <p:sp>
        <p:nvSpPr>
          <p:cNvPr id="18" name="bk object 18"/>
          <p:cNvSpPr/>
          <p:nvPr/>
        </p:nvSpPr>
        <p:spPr>
          <a:xfrm>
            <a:off x="7426452" y="3683508"/>
            <a:ext cx="4763770" cy="3176905"/>
          </a:xfrm>
          <a:custGeom>
            <a:avLst/>
            <a:gdLst/>
            <a:ahLst/>
            <a:cxnLst/>
            <a:rect l="l" t="t" r="r" b="b"/>
            <a:pathLst>
              <a:path w="4763770" h="3176904">
                <a:moveTo>
                  <a:pt x="4763516" y="0"/>
                </a:moveTo>
                <a:lnTo>
                  <a:pt x="0" y="3176586"/>
                </a:lnTo>
              </a:path>
            </a:pathLst>
          </a:custGeom>
          <a:ln w="9143">
            <a:solidFill>
              <a:srgbClr val="252525"/>
            </a:solidFill>
          </a:ln>
        </p:spPr>
        <p:txBody>
          <a:bodyPr wrap="square" lIns="0" tIns="0" rIns="0" bIns="0" rtlCol="0"/>
          <a:lstStyle/>
          <a:p>
            <a:endParaRPr/>
          </a:p>
        </p:txBody>
      </p:sp>
      <p:sp>
        <p:nvSpPr>
          <p:cNvPr id="19" name="bk object 19"/>
          <p:cNvSpPr/>
          <p:nvPr/>
        </p:nvSpPr>
        <p:spPr>
          <a:xfrm>
            <a:off x="9180576" y="0"/>
            <a:ext cx="3008630" cy="6858000"/>
          </a:xfrm>
          <a:custGeom>
            <a:avLst/>
            <a:gdLst/>
            <a:ahLst/>
            <a:cxnLst/>
            <a:rect l="l" t="t" r="r" b="b"/>
            <a:pathLst>
              <a:path w="3008629" h="6858000">
                <a:moveTo>
                  <a:pt x="3008374" y="0"/>
                </a:moveTo>
                <a:lnTo>
                  <a:pt x="2043498" y="0"/>
                </a:lnTo>
                <a:lnTo>
                  <a:pt x="0" y="6857996"/>
                </a:lnTo>
                <a:lnTo>
                  <a:pt x="3008374" y="6857996"/>
                </a:lnTo>
                <a:lnTo>
                  <a:pt x="3008374" y="0"/>
                </a:lnTo>
                <a:close/>
              </a:path>
            </a:pathLst>
          </a:custGeom>
          <a:solidFill>
            <a:srgbClr val="90C225">
              <a:alpha val="30195"/>
            </a:srgbClr>
          </a:solidFill>
        </p:spPr>
        <p:txBody>
          <a:bodyPr wrap="square" lIns="0" tIns="0" rIns="0" bIns="0" rtlCol="0"/>
          <a:lstStyle/>
          <a:p>
            <a:endParaRPr/>
          </a:p>
        </p:txBody>
      </p:sp>
      <p:sp>
        <p:nvSpPr>
          <p:cNvPr id="20" name="bk object 20"/>
          <p:cNvSpPr/>
          <p:nvPr/>
        </p:nvSpPr>
        <p:spPr>
          <a:xfrm>
            <a:off x="9605857" y="0"/>
            <a:ext cx="2586355" cy="6858000"/>
          </a:xfrm>
          <a:custGeom>
            <a:avLst/>
            <a:gdLst/>
            <a:ahLst/>
            <a:cxnLst/>
            <a:rect l="l" t="t" r="r" b="b"/>
            <a:pathLst>
              <a:path w="2586354" h="6858000">
                <a:moveTo>
                  <a:pt x="2586141" y="0"/>
                </a:moveTo>
                <a:lnTo>
                  <a:pt x="0" y="0"/>
                </a:lnTo>
                <a:lnTo>
                  <a:pt x="1207429" y="6857996"/>
                </a:lnTo>
                <a:lnTo>
                  <a:pt x="2586141" y="6857996"/>
                </a:lnTo>
                <a:lnTo>
                  <a:pt x="2586141" y="0"/>
                </a:lnTo>
                <a:close/>
              </a:path>
            </a:pathLst>
          </a:custGeom>
          <a:solidFill>
            <a:srgbClr val="90C225">
              <a:alpha val="19999"/>
            </a:srgbClr>
          </a:solidFill>
        </p:spPr>
        <p:txBody>
          <a:bodyPr wrap="square" lIns="0" tIns="0" rIns="0" bIns="0" rtlCol="0"/>
          <a:lstStyle/>
          <a:p>
            <a:endParaRPr/>
          </a:p>
        </p:txBody>
      </p:sp>
      <p:sp>
        <p:nvSpPr>
          <p:cNvPr id="21" name="bk object 21"/>
          <p:cNvSpPr/>
          <p:nvPr/>
        </p:nvSpPr>
        <p:spPr>
          <a:xfrm>
            <a:off x="8933688" y="3048000"/>
            <a:ext cx="3258820" cy="3810000"/>
          </a:xfrm>
          <a:custGeom>
            <a:avLst/>
            <a:gdLst/>
            <a:ahLst/>
            <a:cxnLst/>
            <a:rect l="l" t="t" r="r" b="b"/>
            <a:pathLst>
              <a:path w="3258820" h="3810000">
                <a:moveTo>
                  <a:pt x="3258311" y="0"/>
                </a:moveTo>
                <a:lnTo>
                  <a:pt x="0" y="3809999"/>
                </a:lnTo>
                <a:lnTo>
                  <a:pt x="3258311" y="3809999"/>
                </a:lnTo>
                <a:lnTo>
                  <a:pt x="3258311" y="0"/>
                </a:lnTo>
                <a:close/>
              </a:path>
            </a:pathLst>
          </a:custGeom>
          <a:solidFill>
            <a:srgbClr val="539F20">
              <a:alpha val="72155"/>
            </a:srgbClr>
          </a:solidFill>
        </p:spPr>
        <p:txBody>
          <a:bodyPr wrap="square" lIns="0" tIns="0" rIns="0" bIns="0" rtlCol="0"/>
          <a:lstStyle/>
          <a:p>
            <a:endParaRPr/>
          </a:p>
        </p:txBody>
      </p:sp>
      <p:sp>
        <p:nvSpPr>
          <p:cNvPr id="22" name="bk object 22"/>
          <p:cNvSpPr/>
          <p:nvPr/>
        </p:nvSpPr>
        <p:spPr>
          <a:xfrm>
            <a:off x="9339312" y="0"/>
            <a:ext cx="2849880" cy="6858000"/>
          </a:xfrm>
          <a:custGeom>
            <a:avLst/>
            <a:gdLst/>
            <a:ahLst/>
            <a:cxnLst/>
            <a:rect l="l" t="t" r="r" b="b"/>
            <a:pathLst>
              <a:path w="2849879" h="6858000">
                <a:moveTo>
                  <a:pt x="2849639" y="0"/>
                </a:moveTo>
                <a:lnTo>
                  <a:pt x="0" y="0"/>
                </a:lnTo>
                <a:lnTo>
                  <a:pt x="2466225" y="6857996"/>
                </a:lnTo>
                <a:lnTo>
                  <a:pt x="2849639" y="6857996"/>
                </a:lnTo>
                <a:lnTo>
                  <a:pt x="2849639" y="0"/>
                </a:lnTo>
                <a:close/>
              </a:path>
            </a:pathLst>
          </a:custGeom>
          <a:solidFill>
            <a:srgbClr val="3E7818">
              <a:alpha val="70195"/>
            </a:srgbClr>
          </a:solidFill>
        </p:spPr>
        <p:txBody>
          <a:bodyPr wrap="square" lIns="0" tIns="0" rIns="0" bIns="0" rtlCol="0"/>
          <a:lstStyle/>
          <a:p>
            <a:endParaRPr/>
          </a:p>
        </p:txBody>
      </p:sp>
      <p:sp>
        <p:nvSpPr>
          <p:cNvPr id="23" name="bk object 23"/>
          <p:cNvSpPr/>
          <p:nvPr/>
        </p:nvSpPr>
        <p:spPr>
          <a:xfrm>
            <a:off x="10899648" y="0"/>
            <a:ext cx="1289685" cy="6858000"/>
          </a:xfrm>
          <a:custGeom>
            <a:avLst/>
            <a:gdLst/>
            <a:ahLst/>
            <a:cxnLst/>
            <a:rect l="l" t="t" r="r" b="b"/>
            <a:pathLst>
              <a:path w="1289684" h="6858000">
                <a:moveTo>
                  <a:pt x="1289303" y="0"/>
                </a:moveTo>
                <a:lnTo>
                  <a:pt x="1017690" y="0"/>
                </a:lnTo>
                <a:lnTo>
                  <a:pt x="0" y="6857996"/>
                </a:lnTo>
                <a:lnTo>
                  <a:pt x="1289303" y="6857996"/>
                </a:lnTo>
                <a:lnTo>
                  <a:pt x="1289303" y="0"/>
                </a:lnTo>
                <a:close/>
              </a:path>
            </a:pathLst>
          </a:custGeom>
          <a:solidFill>
            <a:srgbClr val="C0E374">
              <a:alpha val="70195"/>
            </a:srgbClr>
          </a:solidFill>
        </p:spPr>
        <p:txBody>
          <a:bodyPr wrap="square" lIns="0" tIns="0" rIns="0" bIns="0" rtlCol="0"/>
          <a:lstStyle/>
          <a:p>
            <a:endParaRPr/>
          </a:p>
        </p:txBody>
      </p:sp>
      <p:sp>
        <p:nvSpPr>
          <p:cNvPr id="24" name="bk object 24"/>
          <p:cNvSpPr/>
          <p:nvPr/>
        </p:nvSpPr>
        <p:spPr>
          <a:xfrm>
            <a:off x="10940749" y="0"/>
            <a:ext cx="1248410" cy="6858000"/>
          </a:xfrm>
          <a:custGeom>
            <a:avLst/>
            <a:gdLst/>
            <a:ahLst/>
            <a:cxnLst/>
            <a:rect l="l" t="t" r="r" b="b"/>
            <a:pathLst>
              <a:path w="1248409" h="6858000">
                <a:moveTo>
                  <a:pt x="1248203" y="0"/>
                </a:moveTo>
                <a:lnTo>
                  <a:pt x="0" y="0"/>
                </a:lnTo>
                <a:lnTo>
                  <a:pt x="1107740" y="6857996"/>
                </a:lnTo>
                <a:lnTo>
                  <a:pt x="1248203" y="6857996"/>
                </a:lnTo>
                <a:lnTo>
                  <a:pt x="1248203" y="0"/>
                </a:lnTo>
                <a:close/>
              </a:path>
            </a:pathLst>
          </a:custGeom>
          <a:solidFill>
            <a:srgbClr val="90C225">
              <a:alpha val="65097"/>
            </a:srgbClr>
          </a:solidFill>
        </p:spPr>
        <p:txBody>
          <a:bodyPr wrap="square" lIns="0" tIns="0" rIns="0" bIns="0" rtlCol="0"/>
          <a:lstStyle/>
          <a:p>
            <a:endParaRPr/>
          </a:p>
        </p:txBody>
      </p:sp>
      <p:sp>
        <p:nvSpPr>
          <p:cNvPr id="25" name="bk object 25"/>
          <p:cNvSpPr/>
          <p:nvPr/>
        </p:nvSpPr>
        <p:spPr>
          <a:xfrm>
            <a:off x="10372343" y="3590544"/>
            <a:ext cx="1816735" cy="3267710"/>
          </a:xfrm>
          <a:custGeom>
            <a:avLst/>
            <a:gdLst/>
            <a:ahLst/>
            <a:cxnLst/>
            <a:rect l="l" t="t" r="r" b="b"/>
            <a:pathLst>
              <a:path w="1816734" h="3267709">
                <a:moveTo>
                  <a:pt x="1816607" y="0"/>
                </a:moveTo>
                <a:lnTo>
                  <a:pt x="0" y="3267455"/>
                </a:lnTo>
                <a:lnTo>
                  <a:pt x="1816607" y="3267455"/>
                </a:lnTo>
                <a:lnTo>
                  <a:pt x="1816607" y="0"/>
                </a:lnTo>
                <a:close/>
              </a:path>
            </a:pathLst>
          </a:custGeom>
          <a:solidFill>
            <a:srgbClr val="90C225">
              <a:alpha val="79998"/>
            </a:srgbClr>
          </a:solidFill>
        </p:spPr>
        <p:txBody>
          <a:bodyPr wrap="square" lIns="0" tIns="0" rIns="0" bIns="0" rtlCol="0"/>
          <a:lstStyle/>
          <a:p>
            <a:endParaRPr/>
          </a:p>
        </p:txBody>
      </p:sp>
      <p:sp>
        <p:nvSpPr>
          <p:cNvPr id="2" name="Holder 2"/>
          <p:cNvSpPr>
            <a:spLocks noGrp="1"/>
          </p:cNvSpPr>
          <p:nvPr>
            <p:ph type="title"/>
          </p:nvPr>
        </p:nvSpPr>
        <p:spPr>
          <a:xfrm>
            <a:off x="2084958" y="429209"/>
            <a:ext cx="6058534" cy="1368425"/>
          </a:xfrm>
          <a:prstGeom prst="rect">
            <a:avLst/>
          </a:prstGeom>
        </p:spPr>
        <p:txBody>
          <a:bodyPr wrap="square" lIns="0" tIns="0" rIns="0" bIns="0">
            <a:spAutoFit/>
          </a:bodyPr>
          <a:lstStyle>
            <a:lvl1pPr>
              <a:defRPr sz="8800" b="0" i="0">
                <a:solidFill>
                  <a:srgbClr val="90C225"/>
                </a:solidFill>
                <a:latin typeface="Times New Roman"/>
                <a:cs typeface="Times New Roman"/>
              </a:defRPr>
            </a:lvl1pPr>
          </a:lstStyle>
          <a:p>
            <a:endParaRPr/>
          </a:p>
        </p:txBody>
      </p:sp>
      <p:sp>
        <p:nvSpPr>
          <p:cNvPr id="3" name="Holder 3"/>
          <p:cNvSpPr>
            <a:spLocks noGrp="1"/>
          </p:cNvSpPr>
          <p:nvPr>
            <p:ph type="body" idx="1"/>
          </p:nvPr>
        </p:nvSpPr>
        <p:spPr>
          <a:xfrm>
            <a:off x="934923" y="1763446"/>
            <a:ext cx="9145905" cy="4559935"/>
          </a:xfrm>
          <a:prstGeom prst="rect">
            <a:avLst/>
          </a:prstGeom>
        </p:spPr>
        <p:txBody>
          <a:bodyPr wrap="square" lIns="0" tIns="0" rIns="0" bIns="0">
            <a:spAutoFit/>
          </a:bodyPr>
          <a:lstStyle>
            <a:lvl1pPr>
              <a:defRPr sz="3200" b="0"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08-Nov-19</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841375" cy="5666740"/>
          </a:xfrm>
          <a:custGeom>
            <a:avLst/>
            <a:gdLst/>
            <a:ahLst/>
            <a:cxnLst/>
            <a:rect l="l" t="t" r="r" b="b"/>
            <a:pathLst>
              <a:path w="841375" h="5666740">
                <a:moveTo>
                  <a:pt x="841247" y="0"/>
                </a:moveTo>
                <a:lnTo>
                  <a:pt x="0" y="0"/>
                </a:lnTo>
                <a:lnTo>
                  <a:pt x="0" y="5666232"/>
                </a:lnTo>
                <a:lnTo>
                  <a:pt x="841247" y="0"/>
                </a:lnTo>
                <a:close/>
              </a:path>
            </a:pathLst>
          </a:custGeom>
          <a:solidFill>
            <a:srgbClr val="90C225">
              <a:alpha val="85096"/>
            </a:srgbClr>
          </a:solidFill>
        </p:spPr>
        <p:txBody>
          <a:bodyPr wrap="square" lIns="0" tIns="0" rIns="0" bIns="0" rtlCol="0"/>
          <a:lstStyle/>
          <a:p>
            <a:endParaRPr/>
          </a:p>
        </p:txBody>
      </p:sp>
      <p:sp>
        <p:nvSpPr>
          <p:cNvPr id="3" name="object 3"/>
          <p:cNvSpPr txBox="1">
            <a:spLocks noGrp="1"/>
          </p:cNvSpPr>
          <p:nvPr>
            <p:ph type="title"/>
          </p:nvPr>
        </p:nvSpPr>
        <p:spPr>
          <a:xfrm>
            <a:off x="2056002" y="609600"/>
            <a:ext cx="6970395" cy="1675459"/>
          </a:xfrm>
          <a:prstGeom prst="rect">
            <a:avLst/>
          </a:prstGeom>
        </p:spPr>
        <p:txBody>
          <a:bodyPr vert="horz" wrap="square" lIns="0" tIns="13335" rIns="0" bIns="0" rtlCol="0">
            <a:spAutoFit/>
          </a:bodyPr>
          <a:lstStyle/>
          <a:p>
            <a:pPr marL="12700">
              <a:lnSpc>
                <a:spcPct val="100000"/>
              </a:lnSpc>
              <a:spcBef>
                <a:spcPts val="105"/>
              </a:spcBef>
            </a:pPr>
            <a:r>
              <a:rPr lang="en-US" sz="5400" dirty="0" smtClean="0"/>
              <a:t>VOTING SYSTEM USING FDR AND OTP</a:t>
            </a:r>
            <a:endParaRPr sz="5400"/>
          </a:p>
        </p:txBody>
      </p:sp>
      <p:sp>
        <p:nvSpPr>
          <p:cNvPr id="4" name="object 4"/>
          <p:cNvSpPr txBox="1"/>
          <p:nvPr/>
        </p:nvSpPr>
        <p:spPr>
          <a:xfrm>
            <a:off x="2422905" y="3436111"/>
            <a:ext cx="6875780" cy="3071354"/>
          </a:xfrm>
          <a:prstGeom prst="rect">
            <a:avLst/>
          </a:prstGeom>
        </p:spPr>
        <p:txBody>
          <a:bodyPr vert="horz" wrap="square" lIns="0" tIns="11430" rIns="0" bIns="0" rtlCol="0">
            <a:spAutoFit/>
          </a:bodyPr>
          <a:lstStyle/>
          <a:p>
            <a:pPr marL="2710815">
              <a:lnSpc>
                <a:spcPct val="100000"/>
              </a:lnSpc>
              <a:spcBef>
                <a:spcPts val="90"/>
              </a:spcBef>
            </a:pPr>
            <a:r>
              <a:rPr lang="en-US" sz="3200" spc="-5" dirty="0" smtClean="0">
                <a:solidFill>
                  <a:srgbClr val="FFFFFF"/>
                </a:solidFill>
                <a:latin typeface="Times New Roman"/>
                <a:cs typeface="Times New Roman"/>
              </a:rPr>
              <a:t>Project Guide:-</a:t>
            </a:r>
            <a:r>
              <a:rPr lang="en-US" sz="3200" spc="-5" dirty="0" err="1" smtClean="0">
                <a:solidFill>
                  <a:srgbClr val="FFFFFF"/>
                </a:solidFill>
                <a:latin typeface="Times New Roman"/>
                <a:cs typeface="Times New Roman"/>
              </a:rPr>
              <a:t>Hasib</a:t>
            </a:r>
            <a:r>
              <a:rPr lang="en-US" sz="3200" spc="-5" dirty="0" smtClean="0">
                <a:solidFill>
                  <a:srgbClr val="FFFFFF"/>
                </a:solidFill>
                <a:latin typeface="Times New Roman"/>
                <a:cs typeface="Times New Roman"/>
              </a:rPr>
              <a:t> </a:t>
            </a:r>
            <a:r>
              <a:rPr lang="en-US" sz="3200" spc="-5" dirty="0" err="1" smtClean="0">
                <a:solidFill>
                  <a:srgbClr val="FFFFFF"/>
                </a:solidFill>
                <a:latin typeface="Times New Roman"/>
                <a:cs typeface="Times New Roman"/>
              </a:rPr>
              <a:t>Shaikh</a:t>
            </a:r>
            <a:endParaRPr lang="en-US" sz="3200" spc="-5" dirty="0" smtClean="0">
              <a:solidFill>
                <a:srgbClr val="FFFFFF"/>
              </a:solidFill>
              <a:latin typeface="Times New Roman"/>
              <a:cs typeface="Times New Roman"/>
            </a:endParaRPr>
          </a:p>
          <a:p>
            <a:pPr marL="2710815">
              <a:lnSpc>
                <a:spcPct val="100000"/>
              </a:lnSpc>
              <a:spcBef>
                <a:spcPts val="90"/>
              </a:spcBef>
            </a:pPr>
            <a:endParaRPr sz="5000">
              <a:latin typeface="Times New Roman"/>
              <a:cs typeface="Times New Roman"/>
            </a:endParaRPr>
          </a:p>
          <a:p>
            <a:pPr marL="12700">
              <a:lnSpc>
                <a:spcPct val="100000"/>
              </a:lnSpc>
            </a:pPr>
            <a:r>
              <a:rPr sz="2800" spc="5" dirty="0">
                <a:solidFill>
                  <a:srgbClr val="FFFFFF"/>
                </a:solidFill>
                <a:latin typeface="Times New Roman"/>
                <a:cs typeface="Times New Roman"/>
              </a:rPr>
              <a:t>Presented By </a:t>
            </a:r>
            <a:r>
              <a:rPr sz="2800">
                <a:solidFill>
                  <a:srgbClr val="FFFFFF"/>
                </a:solidFill>
                <a:latin typeface="Times New Roman"/>
                <a:cs typeface="Times New Roman"/>
              </a:rPr>
              <a:t>: </a:t>
            </a:r>
            <a:r>
              <a:rPr lang="en-US" sz="2800" dirty="0" err="1" smtClean="0">
                <a:solidFill>
                  <a:srgbClr val="FFFFFF"/>
                </a:solidFill>
                <a:latin typeface="Times New Roman"/>
                <a:cs typeface="Times New Roman"/>
              </a:rPr>
              <a:t>Rohan</a:t>
            </a:r>
            <a:r>
              <a:rPr lang="en-US" sz="2800" dirty="0" smtClean="0">
                <a:solidFill>
                  <a:srgbClr val="FFFFFF"/>
                </a:solidFill>
                <a:latin typeface="Times New Roman"/>
                <a:cs typeface="Times New Roman"/>
              </a:rPr>
              <a:t> </a:t>
            </a:r>
            <a:r>
              <a:rPr lang="en-US" sz="2800" dirty="0" err="1" smtClean="0">
                <a:solidFill>
                  <a:srgbClr val="FFFFFF"/>
                </a:solidFill>
                <a:latin typeface="Times New Roman"/>
                <a:cs typeface="Times New Roman"/>
              </a:rPr>
              <a:t>Nikam</a:t>
            </a:r>
            <a:r>
              <a:rPr sz="2800" spc="5" smtClean="0">
                <a:solidFill>
                  <a:srgbClr val="FFFFFF"/>
                </a:solidFill>
                <a:latin typeface="Times New Roman"/>
                <a:cs typeface="Times New Roman"/>
              </a:rPr>
              <a:t>(</a:t>
            </a:r>
            <a:r>
              <a:rPr lang="en-US" sz="2800" spc="5" dirty="0" smtClean="0">
                <a:solidFill>
                  <a:srgbClr val="FFFFFF"/>
                </a:solidFill>
                <a:latin typeface="Times New Roman"/>
                <a:cs typeface="Times New Roman"/>
              </a:rPr>
              <a:t>23</a:t>
            </a:r>
            <a:r>
              <a:rPr sz="2800" spc="5" smtClean="0">
                <a:solidFill>
                  <a:srgbClr val="FFFFFF"/>
                </a:solidFill>
                <a:latin typeface="Times New Roman"/>
                <a:cs typeface="Times New Roman"/>
              </a:rPr>
              <a:t>)</a:t>
            </a:r>
            <a:endParaRPr sz="2800">
              <a:latin typeface="Times New Roman"/>
              <a:cs typeface="Times New Roman"/>
            </a:endParaRPr>
          </a:p>
          <a:p>
            <a:pPr marL="2186305" marR="443865" indent="12065">
              <a:lnSpc>
                <a:spcPct val="100000"/>
              </a:lnSpc>
            </a:pPr>
            <a:r>
              <a:rPr lang="en-US" sz="2800" spc="-5" dirty="0" err="1" smtClean="0">
                <a:solidFill>
                  <a:srgbClr val="FFFFFF"/>
                </a:solidFill>
                <a:latin typeface="Times New Roman"/>
                <a:cs typeface="Times New Roman"/>
              </a:rPr>
              <a:t>Rohan</a:t>
            </a:r>
            <a:r>
              <a:rPr lang="en-US" sz="2800" spc="-5" dirty="0" smtClean="0">
                <a:solidFill>
                  <a:srgbClr val="FFFFFF"/>
                </a:solidFill>
                <a:latin typeface="Times New Roman"/>
                <a:cs typeface="Times New Roman"/>
              </a:rPr>
              <a:t> </a:t>
            </a:r>
            <a:r>
              <a:rPr lang="en-US" sz="2800" spc="-5" dirty="0" err="1" smtClean="0">
                <a:solidFill>
                  <a:srgbClr val="FFFFFF"/>
                </a:solidFill>
                <a:latin typeface="Times New Roman"/>
                <a:cs typeface="Times New Roman"/>
              </a:rPr>
              <a:t>Gaonkar</a:t>
            </a:r>
            <a:r>
              <a:rPr sz="2800" spc="5" smtClean="0">
                <a:solidFill>
                  <a:srgbClr val="FFFFFF"/>
                </a:solidFill>
                <a:latin typeface="Times New Roman"/>
                <a:cs typeface="Times New Roman"/>
              </a:rPr>
              <a:t> (</a:t>
            </a:r>
            <a:r>
              <a:rPr lang="en-US" sz="2800" spc="5" dirty="0" smtClean="0">
                <a:solidFill>
                  <a:srgbClr val="FFFFFF"/>
                </a:solidFill>
                <a:latin typeface="Times New Roman"/>
                <a:cs typeface="Times New Roman"/>
              </a:rPr>
              <a:t>10</a:t>
            </a:r>
            <a:r>
              <a:rPr sz="2800" spc="5" smtClean="0">
                <a:solidFill>
                  <a:srgbClr val="FFFFFF"/>
                </a:solidFill>
                <a:latin typeface="Times New Roman"/>
                <a:cs typeface="Times New Roman"/>
              </a:rPr>
              <a:t>) </a:t>
            </a:r>
            <a:endParaRPr lang="en-US" sz="2800" spc="5" dirty="0" smtClean="0">
              <a:solidFill>
                <a:srgbClr val="FFFFFF"/>
              </a:solidFill>
              <a:latin typeface="Times New Roman"/>
              <a:cs typeface="Times New Roman"/>
            </a:endParaRPr>
          </a:p>
          <a:p>
            <a:pPr marL="2186305" marR="443865" indent="12065">
              <a:lnSpc>
                <a:spcPct val="100000"/>
              </a:lnSpc>
            </a:pPr>
            <a:r>
              <a:rPr lang="en-US" sz="2800" spc="5" dirty="0" err="1" smtClean="0">
                <a:solidFill>
                  <a:srgbClr val="FFFFFF"/>
                </a:solidFill>
                <a:latin typeface="Times New Roman"/>
                <a:cs typeface="Times New Roman"/>
              </a:rPr>
              <a:t>Rohit</a:t>
            </a:r>
            <a:r>
              <a:rPr lang="en-US" sz="2800" spc="5" dirty="0" smtClean="0">
                <a:solidFill>
                  <a:srgbClr val="FFFFFF"/>
                </a:solidFill>
                <a:latin typeface="Times New Roman"/>
                <a:cs typeface="Times New Roman"/>
              </a:rPr>
              <a:t> </a:t>
            </a:r>
            <a:r>
              <a:rPr lang="en-US" sz="2800" spc="5" dirty="0" err="1" smtClean="0">
                <a:solidFill>
                  <a:srgbClr val="FFFFFF"/>
                </a:solidFill>
                <a:latin typeface="Times New Roman"/>
                <a:cs typeface="Times New Roman"/>
              </a:rPr>
              <a:t>Kannojia</a:t>
            </a:r>
            <a:r>
              <a:rPr sz="2800" spc="-215" smtClean="0">
                <a:solidFill>
                  <a:srgbClr val="FFFFFF"/>
                </a:solidFill>
                <a:latin typeface="Times New Roman"/>
                <a:cs typeface="Times New Roman"/>
              </a:rPr>
              <a:t> </a:t>
            </a:r>
            <a:r>
              <a:rPr sz="2800" spc="5" smtClean="0">
                <a:solidFill>
                  <a:srgbClr val="FFFFFF"/>
                </a:solidFill>
                <a:latin typeface="Times New Roman"/>
                <a:cs typeface="Times New Roman"/>
              </a:rPr>
              <a:t>(</a:t>
            </a:r>
            <a:r>
              <a:rPr lang="en-US" sz="2800" spc="5" dirty="0" smtClean="0">
                <a:solidFill>
                  <a:srgbClr val="FFFFFF"/>
                </a:solidFill>
                <a:latin typeface="Times New Roman"/>
                <a:cs typeface="Times New Roman"/>
              </a:rPr>
              <a:t>15</a:t>
            </a:r>
            <a:r>
              <a:rPr sz="2800" spc="5" smtClean="0">
                <a:solidFill>
                  <a:srgbClr val="FFFFFF"/>
                </a:solidFill>
                <a:latin typeface="Times New Roman"/>
                <a:cs typeface="Times New Roman"/>
              </a:rPr>
              <a:t>)</a:t>
            </a:r>
            <a:endParaRPr sz="2800">
              <a:latin typeface="Times New Roman"/>
              <a:cs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4215"/>
            <a:ext cx="448309" cy="2844165"/>
          </a:xfrm>
          <a:custGeom>
            <a:avLst/>
            <a:gdLst/>
            <a:ahLst/>
            <a:cxnLst/>
            <a:rect l="l" t="t" r="r" b="b"/>
            <a:pathLst>
              <a:path w="448309" h="2844165">
                <a:moveTo>
                  <a:pt x="0" y="0"/>
                </a:moveTo>
                <a:lnTo>
                  <a:pt x="0" y="2843783"/>
                </a:lnTo>
                <a:lnTo>
                  <a:pt x="448056" y="2843783"/>
                </a:lnTo>
                <a:lnTo>
                  <a:pt x="0" y="0"/>
                </a:lnTo>
                <a:close/>
              </a:path>
            </a:pathLst>
          </a:custGeom>
          <a:solidFill>
            <a:srgbClr val="90C225">
              <a:alpha val="85096"/>
            </a:srgbClr>
          </a:solidFill>
        </p:spPr>
        <p:txBody>
          <a:bodyPr wrap="square" lIns="0" tIns="0" rIns="0" bIns="0" rtlCol="0"/>
          <a:lstStyle/>
          <a:p>
            <a:endParaRPr/>
          </a:p>
        </p:txBody>
      </p:sp>
      <p:sp>
        <p:nvSpPr>
          <p:cNvPr id="3" name="object 3"/>
          <p:cNvSpPr txBox="1">
            <a:spLocks noGrp="1"/>
          </p:cNvSpPr>
          <p:nvPr>
            <p:ph type="title"/>
          </p:nvPr>
        </p:nvSpPr>
        <p:spPr>
          <a:xfrm>
            <a:off x="756310" y="609117"/>
            <a:ext cx="6398895" cy="935513"/>
          </a:xfrm>
          <a:prstGeom prst="rect">
            <a:avLst/>
          </a:prstGeom>
        </p:spPr>
        <p:txBody>
          <a:bodyPr vert="horz" wrap="square" lIns="0" tIns="12065" rIns="0" bIns="0" rtlCol="0">
            <a:spAutoFit/>
          </a:bodyPr>
          <a:lstStyle/>
          <a:p>
            <a:pPr marL="12700">
              <a:lnSpc>
                <a:spcPct val="100000"/>
              </a:lnSpc>
              <a:spcBef>
                <a:spcPts val="95"/>
              </a:spcBef>
            </a:pPr>
            <a:r>
              <a:rPr sz="6000" spc="-5" dirty="0">
                <a:latin typeface="Times New Roman" pitchFamily="18" charset="0"/>
                <a:cs typeface="Times New Roman" pitchFamily="18" charset="0"/>
              </a:rPr>
              <a:t>Need of</a:t>
            </a:r>
            <a:r>
              <a:rPr sz="6000" spc="-60" dirty="0">
                <a:latin typeface="Times New Roman" pitchFamily="18" charset="0"/>
                <a:cs typeface="Times New Roman" pitchFamily="18" charset="0"/>
              </a:rPr>
              <a:t> </a:t>
            </a:r>
            <a:r>
              <a:rPr sz="6000" spc="-5" dirty="0">
                <a:latin typeface="Times New Roman" pitchFamily="18" charset="0"/>
                <a:cs typeface="Times New Roman" pitchFamily="18" charset="0"/>
              </a:rPr>
              <a:t>Project</a:t>
            </a:r>
            <a:endParaRPr sz="6000">
              <a:latin typeface="Times New Roman" pitchFamily="18" charset="0"/>
              <a:cs typeface="Times New Roman" pitchFamily="18" charset="0"/>
            </a:endParaRPr>
          </a:p>
        </p:txBody>
      </p:sp>
      <p:sp>
        <p:nvSpPr>
          <p:cNvPr id="4" name="object 4"/>
          <p:cNvSpPr txBox="1"/>
          <p:nvPr/>
        </p:nvSpPr>
        <p:spPr>
          <a:xfrm>
            <a:off x="762000" y="2133600"/>
            <a:ext cx="8422005" cy="4994957"/>
          </a:xfrm>
          <a:prstGeom prst="rect">
            <a:avLst/>
          </a:prstGeom>
        </p:spPr>
        <p:txBody>
          <a:bodyPr vert="horz" wrap="square" lIns="0" tIns="13970" rIns="0" bIns="0" rtlCol="0">
            <a:spAutoFit/>
          </a:bodyPr>
          <a:lstStyle/>
          <a:p>
            <a:pPr lvl="0">
              <a:buFont typeface="Wingdings" pitchFamily="2" charset="2"/>
              <a:buChar char="Ø"/>
            </a:pPr>
            <a:r>
              <a:rPr lang="en-US" sz="2300" dirty="0" smtClean="0">
                <a:solidFill>
                  <a:schemeClr val="bg1"/>
                </a:solidFill>
              </a:rPr>
              <a:t>Online elections help empower members of associations, societies, and other democratic organizations by making voting easy and convenient.</a:t>
            </a:r>
          </a:p>
          <a:p>
            <a:pPr lvl="0">
              <a:buFont typeface="Wingdings" pitchFamily="2" charset="2"/>
              <a:buChar char="Ø"/>
            </a:pPr>
            <a:r>
              <a:rPr lang="en-US" sz="2300" dirty="0" smtClean="0">
                <a:solidFill>
                  <a:schemeClr val="bg1"/>
                </a:solidFill>
              </a:rPr>
              <a:t>With </a:t>
            </a:r>
            <a:r>
              <a:rPr lang="en-US" sz="2300" dirty="0" smtClean="0">
                <a:solidFill>
                  <a:schemeClr val="bg1"/>
                </a:solidFill>
              </a:rPr>
              <a:t>online voting there are no rejected, mismarked or invalid ballots. Results are automatically calculated, eliminating the need for manual tabulation and dreaded recounts. Computerized tabulation allows election managers to quickly announce decisions and results.</a:t>
            </a:r>
          </a:p>
          <a:p>
            <a:pPr lvl="0">
              <a:buFont typeface="Wingdings" pitchFamily="2" charset="2"/>
              <a:buChar char="Ø"/>
            </a:pPr>
            <a:r>
              <a:rPr lang="en-US" sz="2300" dirty="0" smtClean="0">
                <a:solidFill>
                  <a:schemeClr val="bg1"/>
                </a:solidFill>
              </a:rPr>
              <a:t>This </a:t>
            </a:r>
            <a:r>
              <a:rPr lang="en-US" sz="2300" dirty="0" smtClean="0">
                <a:solidFill>
                  <a:schemeClr val="bg1"/>
                </a:solidFill>
              </a:rPr>
              <a:t>application saves the time of user.</a:t>
            </a:r>
          </a:p>
          <a:p>
            <a:pPr marL="356870" marR="325755" indent="-344805">
              <a:spcBef>
                <a:spcPts val="110"/>
              </a:spcBef>
            </a:pPr>
            <a:endParaRPr lang="en-US" sz="2200" dirty="0" smtClean="0">
              <a:solidFill>
                <a:schemeClr val="bg1"/>
              </a:solidFill>
            </a:endParaRPr>
          </a:p>
          <a:p>
            <a:pPr marL="356870" marR="325755" indent="-344805">
              <a:spcBef>
                <a:spcPts val="110"/>
              </a:spcBef>
            </a:pPr>
            <a:endParaRPr lang="en-US" sz="2800" dirty="0" smtClean="0">
              <a:solidFill>
                <a:schemeClr val="bg1"/>
              </a:solidFill>
            </a:endParaRPr>
          </a:p>
          <a:p>
            <a:pPr marL="356870" marR="325755" lvl="0" indent="-344805">
              <a:spcBef>
                <a:spcPts val="110"/>
              </a:spcBef>
            </a:pPr>
            <a:endParaRPr lang="en-US" sz="2800" dirty="0" smtClean="0">
              <a:solidFill>
                <a:schemeClr val="bg1"/>
              </a:solidFill>
            </a:endParaRPr>
          </a:p>
          <a:p>
            <a:pPr marL="356870" marR="325755" indent="-344805">
              <a:lnSpc>
                <a:spcPct val="100000"/>
              </a:lnSpc>
              <a:spcBef>
                <a:spcPts val="110"/>
              </a:spcBef>
            </a:pPr>
            <a:r>
              <a:rPr sz="2200" spc="25" smtClean="0">
                <a:solidFill>
                  <a:srgbClr val="90C225"/>
                </a:solidFill>
                <a:latin typeface="Times New Roman"/>
                <a:cs typeface="Times New Roman"/>
              </a:rPr>
              <a:t> </a:t>
            </a:r>
            <a:endParaRPr sz="2800">
              <a:latin typeface="Times New Roman"/>
              <a:cs typeface="Times New Roman"/>
            </a:endParaRPr>
          </a:p>
          <a:p>
            <a:pPr marL="356870" marR="5080" indent="-344805">
              <a:lnSpc>
                <a:spcPct val="100000"/>
              </a:lnSpc>
              <a:spcBef>
                <a:spcPts val="990"/>
              </a:spcBef>
            </a:pPr>
            <a:endParaRPr sz="2800">
              <a:latin typeface="Times New Roman"/>
              <a:cs typeface="Times New Roman"/>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841375" cy="5666740"/>
          </a:xfrm>
          <a:custGeom>
            <a:avLst/>
            <a:gdLst/>
            <a:ahLst/>
            <a:cxnLst/>
            <a:rect l="l" t="t" r="r" b="b"/>
            <a:pathLst>
              <a:path w="841375" h="5666740">
                <a:moveTo>
                  <a:pt x="841247" y="0"/>
                </a:moveTo>
                <a:lnTo>
                  <a:pt x="0" y="0"/>
                </a:lnTo>
                <a:lnTo>
                  <a:pt x="0" y="5666232"/>
                </a:lnTo>
                <a:lnTo>
                  <a:pt x="841247" y="0"/>
                </a:lnTo>
                <a:close/>
              </a:path>
            </a:pathLst>
          </a:custGeom>
          <a:solidFill>
            <a:srgbClr val="90C225">
              <a:alpha val="85096"/>
            </a:srgbClr>
          </a:solidFill>
        </p:spPr>
        <p:txBody>
          <a:bodyPr wrap="square" lIns="0" tIns="0" rIns="0" bIns="0" rtlCol="0"/>
          <a:lstStyle/>
          <a:p>
            <a:endParaRPr/>
          </a:p>
        </p:txBody>
      </p:sp>
      <p:sp>
        <p:nvSpPr>
          <p:cNvPr id="3" name="object 3"/>
          <p:cNvSpPr txBox="1">
            <a:spLocks noGrp="1"/>
          </p:cNvSpPr>
          <p:nvPr>
            <p:ph type="title"/>
          </p:nvPr>
        </p:nvSpPr>
        <p:spPr>
          <a:xfrm>
            <a:off x="916635" y="335051"/>
            <a:ext cx="7788275" cy="1244600"/>
          </a:xfrm>
          <a:prstGeom prst="rect">
            <a:avLst/>
          </a:prstGeom>
        </p:spPr>
        <p:txBody>
          <a:bodyPr vert="horz" wrap="square" lIns="0" tIns="12065" rIns="0" bIns="0" rtlCol="0">
            <a:spAutoFit/>
          </a:bodyPr>
          <a:lstStyle/>
          <a:p>
            <a:pPr marL="12700">
              <a:lnSpc>
                <a:spcPct val="100000"/>
              </a:lnSpc>
              <a:spcBef>
                <a:spcPts val="95"/>
              </a:spcBef>
            </a:pPr>
            <a:r>
              <a:rPr sz="8000" dirty="0">
                <a:latin typeface="Times New Roman" pitchFamily="18" charset="0"/>
                <a:cs typeface="Times New Roman" pitchFamily="18" charset="0"/>
              </a:rPr>
              <a:t>Problem</a:t>
            </a:r>
            <a:r>
              <a:rPr sz="8000" spc="-85" dirty="0">
                <a:latin typeface="Times New Roman" pitchFamily="18" charset="0"/>
                <a:cs typeface="Times New Roman" pitchFamily="18" charset="0"/>
              </a:rPr>
              <a:t> </a:t>
            </a:r>
            <a:r>
              <a:rPr sz="8000" dirty="0">
                <a:latin typeface="Times New Roman" pitchFamily="18" charset="0"/>
                <a:cs typeface="Times New Roman" pitchFamily="18" charset="0"/>
              </a:rPr>
              <a:t>Statement</a:t>
            </a:r>
            <a:endParaRPr sz="8000">
              <a:latin typeface="Times New Roman" pitchFamily="18" charset="0"/>
              <a:cs typeface="Times New Roman" pitchFamily="18" charset="0"/>
            </a:endParaRPr>
          </a:p>
        </p:txBody>
      </p:sp>
      <p:sp>
        <p:nvSpPr>
          <p:cNvPr id="4" name="object 4"/>
          <p:cNvSpPr txBox="1"/>
          <p:nvPr/>
        </p:nvSpPr>
        <p:spPr>
          <a:xfrm>
            <a:off x="609600" y="1905000"/>
            <a:ext cx="8924925" cy="3646511"/>
          </a:xfrm>
          <a:prstGeom prst="rect">
            <a:avLst/>
          </a:prstGeom>
        </p:spPr>
        <p:txBody>
          <a:bodyPr vert="horz" wrap="square" lIns="0" tIns="197485" rIns="0" bIns="0" rtlCol="0">
            <a:spAutoFit/>
          </a:bodyPr>
          <a:lstStyle/>
          <a:p>
            <a:pPr marL="12700">
              <a:lnSpc>
                <a:spcPct val="100000"/>
              </a:lnSpc>
              <a:spcBef>
                <a:spcPts val="1555"/>
              </a:spcBef>
            </a:pPr>
            <a:r>
              <a:rPr lang="en-US" sz="2800" dirty="0" smtClean="0">
                <a:solidFill>
                  <a:schemeClr val="bg1"/>
                </a:solidFill>
              </a:rPr>
              <a:t>Online Voting are simple, attractive and ease to use. It reduces manual efforts and bulk of information can be handled easily. But out of all these features there are some drawbacks with this system are, there can be paper-based voting, electronic voting machine. Voting is the major issue as the identification of the person is the most important issue. As they do not have mostly the identity proof rather than the voting card &amp; the fake voting is done on the large scale</a:t>
            </a:r>
            <a:endParaRPr sz="2800">
              <a:solidFill>
                <a:schemeClr val="bg1"/>
              </a:solidFill>
              <a:latin typeface="Times New Roman"/>
              <a:cs typeface="Times New Roman"/>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841375" cy="5666740"/>
          </a:xfrm>
          <a:custGeom>
            <a:avLst/>
            <a:gdLst/>
            <a:ahLst/>
            <a:cxnLst/>
            <a:rect l="l" t="t" r="r" b="b"/>
            <a:pathLst>
              <a:path w="841375" h="5666740">
                <a:moveTo>
                  <a:pt x="841247" y="0"/>
                </a:moveTo>
                <a:lnTo>
                  <a:pt x="0" y="0"/>
                </a:lnTo>
                <a:lnTo>
                  <a:pt x="0" y="5666232"/>
                </a:lnTo>
                <a:lnTo>
                  <a:pt x="841247" y="0"/>
                </a:lnTo>
                <a:close/>
              </a:path>
            </a:pathLst>
          </a:custGeom>
          <a:solidFill>
            <a:srgbClr val="90C225">
              <a:alpha val="85096"/>
            </a:srgbClr>
          </a:solidFill>
        </p:spPr>
        <p:txBody>
          <a:bodyPr wrap="square" lIns="0" tIns="0" rIns="0" bIns="0" rtlCol="0"/>
          <a:lstStyle/>
          <a:p>
            <a:endParaRPr/>
          </a:p>
        </p:txBody>
      </p:sp>
      <p:sp>
        <p:nvSpPr>
          <p:cNvPr id="3" name="object 3"/>
          <p:cNvSpPr txBox="1">
            <a:spLocks noGrp="1"/>
          </p:cNvSpPr>
          <p:nvPr>
            <p:ph type="title"/>
          </p:nvPr>
        </p:nvSpPr>
        <p:spPr>
          <a:xfrm>
            <a:off x="1239723" y="228601"/>
            <a:ext cx="7218477" cy="936154"/>
          </a:xfrm>
          <a:prstGeom prst="rect">
            <a:avLst/>
          </a:prstGeom>
        </p:spPr>
        <p:txBody>
          <a:bodyPr vert="horz" wrap="square" lIns="0" tIns="12700" rIns="0" bIns="0" rtlCol="0">
            <a:spAutoFit/>
          </a:bodyPr>
          <a:lstStyle/>
          <a:p>
            <a:pPr marL="12700">
              <a:lnSpc>
                <a:spcPct val="100000"/>
              </a:lnSpc>
              <a:spcBef>
                <a:spcPts val="100"/>
              </a:spcBef>
            </a:pPr>
            <a:r>
              <a:rPr sz="6000" dirty="0">
                <a:latin typeface="Times New Roman" pitchFamily="18" charset="0"/>
                <a:cs typeface="Times New Roman" pitchFamily="18" charset="0"/>
              </a:rPr>
              <a:t>Dataflow</a:t>
            </a:r>
            <a:r>
              <a:rPr sz="6000" spc="-70" dirty="0">
                <a:latin typeface="Times New Roman" pitchFamily="18" charset="0"/>
                <a:cs typeface="Times New Roman" pitchFamily="18" charset="0"/>
              </a:rPr>
              <a:t> </a:t>
            </a:r>
            <a:r>
              <a:rPr sz="6000" dirty="0">
                <a:latin typeface="Times New Roman" pitchFamily="18" charset="0"/>
                <a:cs typeface="Times New Roman" pitchFamily="18" charset="0"/>
              </a:rPr>
              <a:t>Diagram</a:t>
            </a:r>
            <a:endParaRPr sz="6000">
              <a:latin typeface="Times New Roman" pitchFamily="18" charset="0"/>
              <a:cs typeface="Times New Roman" pitchFamily="18" charset="0"/>
            </a:endParaRPr>
          </a:p>
        </p:txBody>
      </p:sp>
      <p:pic>
        <p:nvPicPr>
          <p:cNvPr id="1026" name="Picture 7"/>
          <p:cNvPicPr>
            <a:picLocks noChangeAspect="1" noChangeArrowheads="1"/>
          </p:cNvPicPr>
          <p:nvPr/>
        </p:nvPicPr>
        <p:blipFill>
          <a:blip r:embed="rId2"/>
          <a:srcRect/>
          <a:stretch>
            <a:fillRect/>
          </a:stretch>
        </p:blipFill>
        <p:spPr bwMode="auto">
          <a:xfrm>
            <a:off x="1447800" y="3124200"/>
            <a:ext cx="8305800" cy="3429000"/>
          </a:xfrm>
          <a:prstGeom prst="rect">
            <a:avLst/>
          </a:prstGeom>
          <a:noFill/>
          <a:ln w="9525">
            <a:noFill/>
            <a:miter lim="800000"/>
            <a:headEnd/>
            <a:tailEnd/>
          </a:ln>
        </p:spPr>
      </p:pic>
      <p:sp>
        <p:nvSpPr>
          <p:cNvPr id="7" name="Rectangle 6"/>
          <p:cNvSpPr/>
          <p:nvPr/>
        </p:nvSpPr>
        <p:spPr>
          <a:xfrm>
            <a:off x="1524000" y="2286000"/>
            <a:ext cx="1524000" cy="523220"/>
          </a:xfrm>
          <a:prstGeom prst="rect">
            <a:avLst/>
          </a:prstGeom>
        </p:spPr>
        <p:txBody>
          <a:bodyPr wrap="square">
            <a:spAutoFit/>
          </a:bodyPr>
          <a:lstStyle/>
          <a:p>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Level</a:t>
            </a:r>
            <a:r>
              <a:rPr kumimoji="0" lang="en-US" sz="2800" b="0" i="0" u="none" strike="noStrike" cap="none" normalizeH="0" dirty="0" smtClean="0">
                <a:ln>
                  <a:noFill/>
                </a:ln>
                <a:solidFill>
                  <a:schemeClr val="bg1"/>
                </a:solidFill>
                <a:effectLst/>
                <a:latin typeface="Times New Roman" pitchFamily="18" charset="0"/>
                <a:ea typeface="Calibri" pitchFamily="34" charset="0"/>
                <a:cs typeface="Times New Roman" pitchFamily="18" charset="0"/>
              </a:rPr>
              <a:t> </a:t>
            </a: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0:- </a:t>
            </a:r>
            <a:endParaRPr lang="en-US" sz="2800" dirty="0">
              <a:solidFill>
                <a:schemeClr val="bg1"/>
              </a:solidFill>
            </a:endParaRPr>
          </a:p>
        </p:txBody>
      </p:sp>
      <p:sp>
        <p:nvSpPr>
          <p:cNvPr id="8" name="Rectangle 7"/>
          <p:cNvSpPr/>
          <p:nvPr/>
        </p:nvSpPr>
        <p:spPr>
          <a:xfrm>
            <a:off x="3962400" y="1676400"/>
            <a:ext cx="2743200" cy="369332"/>
          </a:xfrm>
          <a:prstGeom prst="rect">
            <a:avLst/>
          </a:prstGeom>
        </p:spPr>
        <p:txBody>
          <a:bodyPr wrap="square">
            <a:spAutoFit/>
          </a:bodyPr>
          <a:lstStyle/>
          <a:p>
            <a:r>
              <a:rPr lang="en-US" dirty="0" smtClean="0">
                <a:solidFill>
                  <a:schemeClr val="bg1"/>
                </a:solidFill>
              </a:rPr>
              <a:t>1.User </a:t>
            </a:r>
            <a:r>
              <a:rPr lang="en-US" dirty="0">
                <a:solidFill>
                  <a:schemeClr val="bg1"/>
                </a:solidFill>
              </a:rPr>
              <a:t>data flow </a:t>
            </a:r>
            <a:r>
              <a:rPr lang="en-US" dirty="0" smtClean="0">
                <a:solidFill>
                  <a:schemeClr val="bg1"/>
                </a:solidFill>
              </a:rPr>
              <a:t>diagram:-</a:t>
            </a:r>
            <a:endParaRPr lang="en-US" dirty="0">
              <a:solidFill>
                <a:schemeClr val="bg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8"/>
          <p:cNvPicPr>
            <a:picLocks noChangeAspect="1" noChangeArrowheads="1"/>
          </p:cNvPicPr>
          <p:nvPr/>
        </p:nvPicPr>
        <p:blipFill>
          <a:blip r:embed="rId2"/>
          <a:srcRect/>
          <a:stretch>
            <a:fillRect/>
          </a:stretch>
        </p:blipFill>
        <p:spPr bwMode="auto">
          <a:xfrm>
            <a:off x="838200" y="838200"/>
            <a:ext cx="8610600" cy="5334000"/>
          </a:xfrm>
          <a:prstGeom prst="rect">
            <a:avLst/>
          </a:prstGeom>
          <a:noFill/>
          <a:ln w="9525">
            <a:noFill/>
            <a:miter lim="800000"/>
            <a:headEnd/>
            <a:tailEnd/>
          </a:ln>
        </p:spPr>
      </p:pic>
      <p:sp>
        <p:nvSpPr>
          <p:cNvPr id="4" name="Rectangle 3"/>
          <p:cNvSpPr/>
          <p:nvPr/>
        </p:nvSpPr>
        <p:spPr>
          <a:xfrm>
            <a:off x="1143000" y="304800"/>
            <a:ext cx="1447800" cy="461665"/>
          </a:xfrm>
          <a:prstGeom prst="rect">
            <a:avLst/>
          </a:prstGeom>
        </p:spPr>
        <p:txBody>
          <a:bodyPr wrap="square">
            <a:spAutoFit/>
          </a:bodyPr>
          <a:lstStyle/>
          <a:p>
            <a:r>
              <a:rPr kumimoji="0" lang="en-US" sz="2400" b="0" i="0" u="none" strike="noStrike" cap="none" normalizeH="0" baseline="0" dirty="0" smtClean="0">
                <a:ln>
                  <a:noFill/>
                </a:ln>
                <a:solidFill>
                  <a:schemeClr val="bg1"/>
                </a:solidFill>
                <a:effectLst/>
                <a:latin typeface="Arial" pitchFamily="34" charset="0"/>
                <a:ea typeface="Calibri" pitchFamily="34" charset="0"/>
                <a:cs typeface="Calibri" pitchFamily="34" charset="0"/>
              </a:rPr>
              <a:t>Level 1:- </a:t>
            </a:r>
            <a:endParaRPr lang="en-US" sz="2400" dirty="0">
              <a:solidFill>
                <a:schemeClr val="bg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4215"/>
            <a:ext cx="448309" cy="2844165"/>
          </a:xfrm>
          <a:custGeom>
            <a:avLst/>
            <a:gdLst/>
            <a:ahLst/>
            <a:cxnLst/>
            <a:rect l="l" t="t" r="r" b="b"/>
            <a:pathLst>
              <a:path w="448309" h="2844165">
                <a:moveTo>
                  <a:pt x="0" y="0"/>
                </a:moveTo>
                <a:lnTo>
                  <a:pt x="0" y="2843783"/>
                </a:lnTo>
                <a:lnTo>
                  <a:pt x="448056" y="2843783"/>
                </a:lnTo>
                <a:lnTo>
                  <a:pt x="0" y="0"/>
                </a:lnTo>
                <a:close/>
              </a:path>
            </a:pathLst>
          </a:custGeom>
          <a:solidFill>
            <a:srgbClr val="90C225">
              <a:alpha val="85096"/>
            </a:srgbClr>
          </a:solidFill>
        </p:spPr>
        <p:txBody>
          <a:bodyPr wrap="square" lIns="0" tIns="0" rIns="0" bIns="0" rtlCol="0"/>
          <a:lstStyle/>
          <a:p>
            <a:endParaRPr/>
          </a:p>
        </p:txBody>
      </p:sp>
      <p:sp>
        <p:nvSpPr>
          <p:cNvPr id="5" name="Title 4"/>
          <p:cNvSpPr>
            <a:spLocks noGrp="1"/>
          </p:cNvSpPr>
          <p:nvPr>
            <p:ph type="title"/>
          </p:nvPr>
        </p:nvSpPr>
        <p:spPr>
          <a:xfrm>
            <a:off x="2084958" y="429209"/>
            <a:ext cx="6058534" cy="923330"/>
          </a:xfrm>
        </p:spPr>
        <p:txBody>
          <a:bodyPr/>
          <a:lstStyle/>
          <a:p>
            <a:r>
              <a:rPr lang="en-US" sz="6000" dirty="0" smtClean="0"/>
              <a:t>Dataflow Diagram</a:t>
            </a:r>
            <a:endParaRPr lang="en-US" sz="6000" dirty="0"/>
          </a:p>
        </p:txBody>
      </p:sp>
      <p:pic>
        <p:nvPicPr>
          <p:cNvPr id="5121" name="Picture 9"/>
          <p:cNvPicPr>
            <a:picLocks noChangeAspect="1" noChangeArrowheads="1"/>
          </p:cNvPicPr>
          <p:nvPr/>
        </p:nvPicPr>
        <p:blipFill>
          <a:blip r:embed="rId2"/>
          <a:srcRect/>
          <a:stretch>
            <a:fillRect/>
          </a:stretch>
        </p:blipFill>
        <p:spPr bwMode="auto">
          <a:xfrm>
            <a:off x="1752600" y="3276600"/>
            <a:ext cx="7391400" cy="3124200"/>
          </a:xfrm>
          <a:prstGeom prst="rect">
            <a:avLst/>
          </a:prstGeom>
          <a:noFill/>
          <a:ln w="9525">
            <a:noFill/>
            <a:miter lim="800000"/>
            <a:headEnd/>
            <a:tailEnd/>
          </a:ln>
        </p:spPr>
      </p:pic>
      <p:sp>
        <p:nvSpPr>
          <p:cNvPr id="5125" name="Rectangle 5"/>
          <p:cNvSpPr>
            <a:spLocks noChangeArrowheads="1"/>
          </p:cNvSpPr>
          <p:nvPr/>
        </p:nvSpPr>
        <p:spPr bwMode="auto">
          <a:xfrm>
            <a:off x="1905000" y="2590800"/>
            <a:ext cx="1447800"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bg1"/>
                </a:solidFill>
                <a:effectLst/>
                <a:latin typeface="Times New Roman" pitchFamily="18" charset="0"/>
                <a:ea typeface="Times New Roman" pitchFamily="18" charset="0"/>
                <a:cs typeface="Times New Roman" pitchFamily="18" charset="0"/>
              </a:rPr>
              <a:t>Level 0:</a:t>
            </a:r>
            <a:endParaRPr kumimoji="0" lang="en-US" sz="2800" b="0" i="0" u="none" strike="noStrike" cap="none" normalizeH="0" baseline="0" dirty="0" smtClean="0">
              <a:ln>
                <a:noFill/>
              </a:ln>
              <a:solidFill>
                <a:schemeClr val="bg1"/>
              </a:solidFill>
              <a:effectLst/>
              <a:latin typeface="Times New Roman" pitchFamily="18" charset="0"/>
              <a:cs typeface="Times New Roman" pitchFamily="18" charset="0"/>
            </a:endParaRPr>
          </a:p>
        </p:txBody>
      </p:sp>
      <p:sp>
        <p:nvSpPr>
          <p:cNvPr id="11" name="Rectangle 10"/>
          <p:cNvSpPr/>
          <p:nvPr/>
        </p:nvSpPr>
        <p:spPr>
          <a:xfrm>
            <a:off x="3657600" y="1752600"/>
            <a:ext cx="2855654" cy="369332"/>
          </a:xfrm>
          <a:prstGeom prst="rect">
            <a:avLst/>
          </a:prstGeom>
        </p:spPr>
        <p:txBody>
          <a:bodyPr wrap="none">
            <a:spAutoFit/>
          </a:bodyPr>
          <a:lstStyle/>
          <a:p>
            <a:r>
              <a:rPr lang="en-US" dirty="0" smtClean="0">
                <a:solidFill>
                  <a:schemeClr val="bg1"/>
                </a:solidFill>
              </a:rPr>
              <a:t>1.Admin data flow diagram:-</a:t>
            </a:r>
            <a:endParaRPr lang="en-US" dirty="0">
              <a:solidFill>
                <a:schemeClr val="bg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33800" y="2057400"/>
            <a:ext cx="3276600" cy="1440180"/>
          </a:xfrm>
        </p:spPr>
        <p:txBody>
          <a:bodyPr/>
          <a:lstStyle/>
          <a:p>
            <a:endParaRPr lang="en-US" dirty="0"/>
          </a:p>
        </p:txBody>
      </p:sp>
      <p:sp>
        <p:nvSpPr>
          <p:cNvPr id="3" name="Subtitle 2"/>
          <p:cNvSpPr>
            <a:spLocks noGrp="1"/>
          </p:cNvSpPr>
          <p:nvPr>
            <p:ph type="subTitle" idx="4"/>
          </p:nvPr>
        </p:nvSpPr>
        <p:spPr>
          <a:xfrm>
            <a:off x="4191000" y="3840480"/>
            <a:ext cx="3048000" cy="492443"/>
          </a:xfrm>
        </p:spPr>
        <p:txBody>
          <a:bodyPr/>
          <a:lstStyle/>
          <a:p>
            <a:endParaRPr lang="en-US" dirty="0"/>
          </a:p>
        </p:txBody>
      </p:sp>
      <p:pic>
        <p:nvPicPr>
          <p:cNvPr id="16386" name="Picture 10"/>
          <p:cNvPicPr>
            <a:picLocks noChangeAspect="1" noChangeArrowheads="1"/>
          </p:cNvPicPr>
          <p:nvPr/>
        </p:nvPicPr>
        <p:blipFill>
          <a:blip r:embed="rId2"/>
          <a:srcRect/>
          <a:stretch>
            <a:fillRect/>
          </a:stretch>
        </p:blipFill>
        <p:spPr bwMode="auto">
          <a:xfrm>
            <a:off x="762000" y="1676400"/>
            <a:ext cx="9296400" cy="4724400"/>
          </a:xfrm>
          <a:prstGeom prst="rect">
            <a:avLst/>
          </a:prstGeom>
          <a:noFill/>
          <a:ln w="9525">
            <a:noFill/>
            <a:miter lim="800000"/>
            <a:headEnd/>
            <a:tailEnd/>
          </a:ln>
        </p:spPr>
      </p:pic>
      <p:sp>
        <p:nvSpPr>
          <p:cNvPr id="6" name="Rectangle 5"/>
          <p:cNvSpPr/>
          <p:nvPr/>
        </p:nvSpPr>
        <p:spPr>
          <a:xfrm>
            <a:off x="990600" y="838200"/>
            <a:ext cx="1447800" cy="461665"/>
          </a:xfrm>
          <a:prstGeom prst="rect">
            <a:avLst/>
          </a:prstGeom>
        </p:spPr>
        <p:txBody>
          <a:bodyPr wrap="square">
            <a:spAutoFit/>
          </a:bodyPr>
          <a:lstStyle/>
          <a:p>
            <a:r>
              <a:rPr kumimoji="0" lang="en-US" sz="2400" b="0" i="0" u="none" strike="noStrike" cap="none" normalizeH="0" baseline="0" dirty="0" smtClean="0">
                <a:ln>
                  <a:noFill/>
                </a:ln>
                <a:solidFill>
                  <a:schemeClr val="bg1"/>
                </a:solidFill>
                <a:effectLst/>
                <a:latin typeface="Arial" pitchFamily="34" charset="0"/>
                <a:ea typeface="Calibri" pitchFamily="34" charset="0"/>
                <a:cs typeface="Calibri" pitchFamily="34" charset="0"/>
              </a:rPr>
              <a:t>Level 1:-  </a:t>
            </a: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686292" cy="1231106"/>
          </a:xfrm>
        </p:spPr>
        <p:txBody>
          <a:bodyPr/>
          <a:lstStyle/>
          <a:p>
            <a:pPr algn="ctr"/>
            <a:r>
              <a:rPr lang="en-US" sz="8000" dirty="0" smtClean="0">
                <a:latin typeface="Calibri" pitchFamily="34" charset="0"/>
                <a:cs typeface="Calibri" pitchFamily="34" charset="0"/>
              </a:rPr>
              <a:t>    </a:t>
            </a:r>
            <a:r>
              <a:rPr lang="en-US" sz="8000" dirty="0" smtClean="0">
                <a:latin typeface="Times New Roman" pitchFamily="18" charset="0"/>
                <a:cs typeface="Times New Roman" pitchFamily="18" charset="0"/>
              </a:rPr>
              <a:t>Block Diagram</a:t>
            </a:r>
            <a:endParaRPr lang="en-US" sz="8000" dirty="0">
              <a:latin typeface="Times New Roman" pitchFamily="18" charset="0"/>
              <a:cs typeface="Times New Roman" pitchFamily="18" charset="0"/>
            </a:endParaRPr>
          </a:p>
        </p:txBody>
      </p:sp>
      <p:pic>
        <p:nvPicPr>
          <p:cNvPr id="4" name="Picture 3"/>
          <p:cNvPicPr/>
          <p:nvPr/>
        </p:nvPicPr>
        <p:blipFill>
          <a:blip r:embed="rId2">
            <a:extLst>
              <a:ext uri="{28A0092B-C50C-407E-A947-70E740481C1C}">
                <a14:useLocalDpi xmlns="" xmlns:wpc="http://schemas.microsoft.com/office/word/2010/wordprocessingCanvas" xmlns:mc="http://schemas.openxmlformats.org/markup-compatibility/2006"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tretch>
            <a:fillRect/>
          </a:stretch>
        </p:blipFill>
        <p:spPr>
          <a:xfrm>
            <a:off x="2438400" y="2895600"/>
            <a:ext cx="6400800" cy="3733800"/>
          </a:xfrm>
          <a:prstGeom prst="rect">
            <a:avLst/>
          </a:prstGeom>
        </p:spPr>
      </p:pic>
      <p:sp>
        <p:nvSpPr>
          <p:cNvPr id="5121" name="Rectangle 1"/>
          <p:cNvSpPr>
            <a:spLocks noChangeArrowheads="1"/>
          </p:cNvSpPr>
          <p:nvPr/>
        </p:nvSpPr>
        <p:spPr bwMode="auto">
          <a:xfrm>
            <a:off x="0" y="1295400"/>
            <a:ext cx="10373353" cy="138499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228600"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A</a:t>
            </a:r>
            <a:r>
              <a:rPr kumimoji="0" lang="en-US" sz="2800" b="0" i="0" u="none" strike="noStrike" cap="none" normalizeH="0" baseline="0" dirty="0" smtClean="0">
                <a:ln>
                  <a:noFill/>
                </a:ln>
                <a:solidFill>
                  <a:schemeClr val="bg1"/>
                </a:solidFill>
                <a:effectLst/>
                <a:latin typeface="Calibri"/>
                <a:ea typeface="Calibri" pitchFamily="34" charset="0"/>
                <a:cs typeface="Times New Roman" pitchFamily="18" charset="0"/>
              </a:rPr>
              <a:t> </a:t>
            </a: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block diagram</a:t>
            </a:r>
            <a:r>
              <a:rPr kumimoji="0" lang="en-US" sz="2800" b="0" i="0" u="none" strike="noStrike" cap="none" normalizeH="0" baseline="0" dirty="0" smtClean="0">
                <a:ln>
                  <a:noFill/>
                </a:ln>
                <a:solidFill>
                  <a:schemeClr val="bg1"/>
                </a:solidFill>
                <a:effectLst/>
                <a:latin typeface="Calibri"/>
                <a:ea typeface="Calibri" pitchFamily="34" charset="0"/>
                <a:cs typeface="Times New Roman" pitchFamily="18" charset="0"/>
              </a:rPr>
              <a:t> </a:t>
            </a: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is a</a:t>
            </a:r>
            <a:r>
              <a:rPr kumimoji="0" lang="en-US" sz="2800" b="0" i="0" u="none" strike="noStrike" cap="none" normalizeH="0" baseline="0" dirty="0" smtClean="0">
                <a:ln>
                  <a:noFill/>
                </a:ln>
                <a:solidFill>
                  <a:schemeClr val="bg1"/>
                </a:solidFill>
                <a:effectLst/>
                <a:latin typeface="Calibri"/>
                <a:ea typeface="Calibri" pitchFamily="34" charset="0"/>
                <a:cs typeface="Times New Roman" pitchFamily="18" charset="0"/>
              </a:rPr>
              <a:t> </a:t>
            </a: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diagram</a:t>
            </a:r>
            <a:r>
              <a:rPr kumimoji="0" lang="en-US" sz="2800" b="0" i="0" u="none" strike="noStrike" cap="none" normalizeH="0" baseline="0" dirty="0" smtClean="0">
                <a:ln>
                  <a:noFill/>
                </a:ln>
                <a:solidFill>
                  <a:schemeClr val="bg1"/>
                </a:solidFill>
                <a:effectLst/>
                <a:latin typeface="Calibri"/>
                <a:ea typeface="Calibri" pitchFamily="34" charset="0"/>
                <a:cs typeface="Times New Roman" pitchFamily="18" charset="0"/>
              </a:rPr>
              <a:t> </a:t>
            </a: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of a system in which the principal parts</a:t>
            </a:r>
          </a:p>
          <a:p>
            <a:pPr marL="0" marR="0" lvl="0" indent="228600"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or functions are represented by</a:t>
            </a:r>
            <a:r>
              <a:rPr kumimoji="0" lang="en-US" sz="2800" b="0" i="0" u="none" strike="noStrike" cap="none" normalizeH="0" baseline="0" dirty="0" smtClean="0">
                <a:ln>
                  <a:noFill/>
                </a:ln>
                <a:solidFill>
                  <a:schemeClr val="bg1"/>
                </a:solidFill>
                <a:effectLst/>
                <a:latin typeface="Calibri"/>
                <a:ea typeface="Calibri" pitchFamily="34" charset="0"/>
                <a:cs typeface="Times New Roman" pitchFamily="18" charset="0"/>
              </a:rPr>
              <a:t> </a:t>
            </a: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blocks</a:t>
            </a:r>
            <a:r>
              <a:rPr kumimoji="0" lang="en-US" sz="2800" b="0" i="0" u="none" strike="noStrike" cap="none" normalizeH="0" baseline="0" dirty="0" smtClean="0">
                <a:ln>
                  <a:noFill/>
                </a:ln>
                <a:solidFill>
                  <a:schemeClr val="bg1"/>
                </a:solidFill>
                <a:effectLst/>
                <a:latin typeface="Calibri"/>
                <a:ea typeface="Calibri" pitchFamily="34" charset="0"/>
                <a:cs typeface="Times New Roman" pitchFamily="18" charset="0"/>
              </a:rPr>
              <a:t> </a:t>
            </a: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connected by lines that show </a:t>
            </a:r>
          </a:p>
          <a:p>
            <a:pPr marL="0" marR="0" lvl="0" indent="228600"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the relationships of the</a:t>
            </a:r>
            <a:r>
              <a:rPr kumimoji="0" lang="en-US" sz="2800" b="0" i="0" u="none" strike="noStrike" cap="none" normalizeH="0" baseline="0" dirty="0" smtClean="0">
                <a:ln>
                  <a:noFill/>
                </a:ln>
                <a:solidFill>
                  <a:schemeClr val="bg1"/>
                </a:solidFill>
                <a:effectLst/>
                <a:latin typeface="Calibri"/>
                <a:ea typeface="Calibri" pitchFamily="34" charset="0"/>
                <a:cs typeface="Times New Roman" pitchFamily="18" charset="0"/>
              </a:rPr>
              <a:t> </a:t>
            </a:r>
            <a:r>
              <a:rPr kumimoji="0" lang="en-US" sz="2800" b="0" i="0" u="none" strike="noStrike" cap="none" normalizeH="0" baseline="0" dirty="0" smtClean="0">
                <a:ln>
                  <a:noFill/>
                </a:ln>
                <a:solidFill>
                  <a:schemeClr val="bg1"/>
                </a:solidFill>
                <a:effectLst/>
                <a:latin typeface="Times New Roman" pitchFamily="18" charset="0"/>
                <a:ea typeface="Calibri" pitchFamily="34" charset="0"/>
                <a:cs typeface="Times New Roman" pitchFamily="18" charset="0"/>
              </a:rPr>
              <a:t>blocks</a:t>
            </a:r>
            <a:r>
              <a:rPr kumimoji="0" lang="en-US" sz="2800" b="0" i="0" u="none" strike="noStrike" cap="none" normalizeH="0" baseline="0" dirty="0" smtClean="0">
                <a:ln>
                  <a:noFill/>
                </a:ln>
                <a:solidFill>
                  <a:srgbClr val="222222"/>
                </a:solidFill>
                <a:effectLst/>
                <a:latin typeface="Times New Roman" pitchFamily="18" charset="0"/>
                <a:ea typeface="Calibri" pitchFamily="34" charset="0"/>
                <a:cs typeface="Times New Roman" pitchFamily="18" charset="0"/>
              </a:rPr>
              <a:t>.</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533892" cy="990600"/>
          </a:xfrm>
        </p:spPr>
        <p:txBody>
          <a:bodyPr/>
          <a:lstStyle/>
          <a:p>
            <a:pPr algn="ctr"/>
            <a:r>
              <a:rPr lang="en-US" sz="8000" dirty="0" smtClean="0">
                <a:latin typeface="Calibri" pitchFamily="34" charset="0"/>
                <a:cs typeface="Calibri" pitchFamily="34" charset="0"/>
              </a:rPr>
              <a:t>Block Diagram</a:t>
            </a:r>
            <a:endParaRPr lang="en-US" sz="8000" dirty="0"/>
          </a:p>
        </p:txBody>
      </p:sp>
      <p:sp>
        <p:nvSpPr>
          <p:cNvPr id="3" name="Text Placeholder 2"/>
          <p:cNvSpPr>
            <a:spLocks noGrp="1"/>
          </p:cNvSpPr>
          <p:nvPr>
            <p:ph type="body" idx="1"/>
          </p:nvPr>
        </p:nvSpPr>
        <p:spPr>
          <a:xfrm>
            <a:off x="990600" y="1600200"/>
            <a:ext cx="9145905" cy="984885"/>
          </a:xfrm>
        </p:spPr>
        <p:txBody>
          <a:bodyPr/>
          <a:lstStyle/>
          <a:p>
            <a:pPr lvl="0" algn="l"/>
            <a:r>
              <a:rPr lang="en-US" dirty="0" smtClean="0"/>
              <a:t>     Admin Block Diagram:-</a:t>
            </a:r>
          </a:p>
          <a:p>
            <a:endParaRPr lang="en-US" dirty="0"/>
          </a:p>
        </p:txBody>
      </p:sp>
      <p:pic>
        <p:nvPicPr>
          <p:cNvPr id="4" name="Picture 3"/>
          <p:cNvPicPr/>
          <p:nvPr/>
        </p:nvPicPr>
        <p:blipFill>
          <a:blip r:embed="rId2">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tretch>
            <a:fillRect/>
          </a:stretch>
        </p:blipFill>
        <p:spPr>
          <a:xfrm>
            <a:off x="2057400" y="2286000"/>
            <a:ext cx="6096000" cy="43434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841375" cy="5666740"/>
          </a:xfrm>
          <a:custGeom>
            <a:avLst/>
            <a:gdLst/>
            <a:ahLst/>
            <a:cxnLst/>
            <a:rect l="l" t="t" r="r" b="b"/>
            <a:pathLst>
              <a:path w="841375" h="5666740">
                <a:moveTo>
                  <a:pt x="841247" y="0"/>
                </a:moveTo>
                <a:lnTo>
                  <a:pt x="0" y="0"/>
                </a:lnTo>
                <a:lnTo>
                  <a:pt x="0" y="5666232"/>
                </a:lnTo>
                <a:lnTo>
                  <a:pt x="841247" y="0"/>
                </a:lnTo>
                <a:close/>
              </a:path>
            </a:pathLst>
          </a:custGeom>
          <a:solidFill>
            <a:srgbClr val="90C225">
              <a:alpha val="85096"/>
            </a:srgbClr>
          </a:solidFill>
        </p:spPr>
        <p:txBody>
          <a:bodyPr wrap="square" lIns="0" tIns="0" rIns="0" bIns="0" rtlCol="0"/>
          <a:lstStyle/>
          <a:p>
            <a:endParaRPr/>
          </a:p>
        </p:txBody>
      </p:sp>
      <p:sp>
        <p:nvSpPr>
          <p:cNvPr id="3" name="object 3"/>
          <p:cNvSpPr txBox="1">
            <a:spLocks noGrp="1"/>
          </p:cNvSpPr>
          <p:nvPr>
            <p:ph type="title"/>
          </p:nvPr>
        </p:nvSpPr>
        <p:spPr>
          <a:xfrm>
            <a:off x="1905000" y="381000"/>
            <a:ext cx="6058534" cy="1368425"/>
          </a:xfrm>
          <a:prstGeom prst="rect">
            <a:avLst/>
          </a:prstGeom>
        </p:spPr>
        <p:txBody>
          <a:bodyPr vert="horz" wrap="square" lIns="0" tIns="13970" rIns="0" bIns="0" rtlCol="0">
            <a:spAutoFit/>
          </a:bodyPr>
          <a:lstStyle/>
          <a:p>
            <a:pPr marL="12700">
              <a:lnSpc>
                <a:spcPct val="100000"/>
              </a:lnSpc>
              <a:spcBef>
                <a:spcPts val="110"/>
              </a:spcBef>
            </a:pPr>
            <a:r>
              <a:rPr spc="5" dirty="0"/>
              <a:t>Method</a:t>
            </a:r>
            <a:r>
              <a:rPr spc="30" dirty="0"/>
              <a:t>o</a:t>
            </a:r>
            <a:r>
              <a:rPr dirty="0"/>
              <a:t>logy</a:t>
            </a:r>
          </a:p>
        </p:txBody>
      </p:sp>
      <p:sp>
        <p:nvSpPr>
          <p:cNvPr id="4" name="object 4"/>
          <p:cNvSpPr txBox="1">
            <a:spLocks noGrp="1"/>
          </p:cNvSpPr>
          <p:nvPr>
            <p:ph type="body" idx="1"/>
          </p:nvPr>
        </p:nvSpPr>
        <p:spPr>
          <a:xfrm>
            <a:off x="934923" y="1763446"/>
            <a:ext cx="9145905" cy="5838137"/>
          </a:xfrm>
          <a:prstGeom prst="rect">
            <a:avLst/>
          </a:prstGeom>
        </p:spPr>
        <p:txBody>
          <a:bodyPr vert="horz" wrap="square" lIns="0" tIns="137795" rIns="0" bIns="0" rtlCol="0">
            <a:spAutoFit/>
          </a:bodyPr>
          <a:lstStyle/>
          <a:p>
            <a:pPr marL="299085" indent="-287020">
              <a:lnSpc>
                <a:spcPct val="100000"/>
              </a:lnSpc>
              <a:spcBef>
                <a:spcPts val="1085"/>
              </a:spcBef>
              <a:buClr>
                <a:srgbClr val="90C225"/>
              </a:buClr>
              <a:buSzPct val="79687"/>
              <a:buFont typeface="Arial"/>
              <a:buChar char="•"/>
              <a:tabLst>
                <a:tab pos="299085" algn="l"/>
                <a:tab pos="299720" algn="l"/>
              </a:tabLst>
            </a:pPr>
            <a:r>
              <a:rPr lang="en-US" spc="-5" dirty="0" smtClean="0"/>
              <a:t>In User side , if the user is first time  used this application then they need to register this application and fill the application . When its time to vote , User can get access from admin and receive OTP for verification and cast vote.</a:t>
            </a:r>
          </a:p>
          <a:p>
            <a:pPr marL="299085" indent="-287020">
              <a:lnSpc>
                <a:spcPct val="100000"/>
              </a:lnSpc>
              <a:spcBef>
                <a:spcPts val="1085"/>
              </a:spcBef>
              <a:buClr>
                <a:srgbClr val="90C225"/>
              </a:buClr>
              <a:buSzPct val="79687"/>
              <a:buFont typeface="Arial"/>
              <a:buChar char="•"/>
              <a:tabLst>
                <a:tab pos="299085" algn="l"/>
                <a:tab pos="299720" algn="l"/>
              </a:tabLst>
            </a:pPr>
            <a:r>
              <a:rPr lang="en-US" spc="-5" dirty="0" smtClean="0"/>
              <a:t>In Admin side , Admin accept registration . After  admin can scan user face and give access to user .In FDR voters image is captured and passed to algorithm which is  used to detect user face from the image and save it as the first matching point. </a:t>
            </a:r>
          </a:p>
          <a:p>
            <a:pPr marL="299085" indent="-287020">
              <a:lnSpc>
                <a:spcPct val="100000"/>
              </a:lnSpc>
              <a:spcBef>
                <a:spcPts val="1085"/>
              </a:spcBef>
              <a:buClr>
                <a:srgbClr val="90C225"/>
              </a:buClr>
              <a:buSzPct val="79687"/>
              <a:buFont typeface="Arial"/>
              <a:buChar char="•"/>
              <a:tabLst>
                <a:tab pos="299085" algn="l"/>
                <a:tab pos="299720" algn="l"/>
              </a:tabLst>
            </a:pPr>
            <a:endParaRP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457200"/>
            <a:ext cx="6058534" cy="1368425"/>
          </a:xfrm>
        </p:spPr>
        <p:txBody>
          <a:bodyPr/>
          <a:lstStyle/>
          <a:p>
            <a:r>
              <a:rPr lang="en-US" dirty="0" smtClean="0"/>
              <a:t>Methodology</a:t>
            </a:r>
            <a:endParaRPr lang="en-US" dirty="0"/>
          </a:p>
        </p:txBody>
      </p:sp>
      <p:sp>
        <p:nvSpPr>
          <p:cNvPr id="3" name="Text Placeholder 2"/>
          <p:cNvSpPr>
            <a:spLocks noGrp="1"/>
          </p:cNvSpPr>
          <p:nvPr>
            <p:ph type="body" idx="1"/>
          </p:nvPr>
        </p:nvSpPr>
        <p:spPr>
          <a:xfrm>
            <a:off x="381000" y="2362200"/>
            <a:ext cx="9145905" cy="3939540"/>
          </a:xfrm>
        </p:spPr>
        <p:txBody>
          <a:bodyPr/>
          <a:lstStyle/>
          <a:p>
            <a:pPr marL="514350" indent="-514350">
              <a:buFont typeface="Arial" pitchFamily="34" charset="0"/>
              <a:buChar char="•"/>
            </a:pPr>
            <a:r>
              <a:rPr lang="en-US" dirty="0" smtClean="0"/>
              <a:t>Admin can provide OTP for verification to the user. After that user can cast vote . Admin need to add security question for each user and verify them . An OTP is a password that is only valid for single login session thus improving the security.</a:t>
            </a:r>
          </a:p>
          <a:p>
            <a:pPr marL="514350" indent="-514350">
              <a:buFont typeface="Arial" pitchFamily="34" charset="0"/>
              <a:buChar char="•"/>
            </a:pPr>
            <a:endParaRPr lang="en-US" dirty="0" smtClean="0"/>
          </a:p>
          <a:p>
            <a:pPr marL="514350" indent="-514350">
              <a:buFont typeface="Arial" pitchFamily="34" charset="0"/>
              <a:buChar char="•"/>
            </a:pPr>
            <a:r>
              <a:rPr lang="en-US" dirty="0" smtClean="0"/>
              <a:t>Admin can add security question for verify particular user.</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4215"/>
            <a:ext cx="448309" cy="2844165"/>
          </a:xfrm>
          <a:custGeom>
            <a:avLst/>
            <a:gdLst/>
            <a:ahLst/>
            <a:cxnLst/>
            <a:rect l="l" t="t" r="r" b="b"/>
            <a:pathLst>
              <a:path w="448309" h="2844165">
                <a:moveTo>
                  <a:pt x="0" y="0"/>
                </a:moveTo>
                <a:lnTo>
                  <a:pt x="0" y="2843783"/>
                </a:lnTo>
                <a:lnTo>
                  <a:pt x="448056" y="2843783"/>
                </a:lnTo>
                <a:lnTo>
                  <a:pt x="0" y="0"/>
                </a:lnTo>
                <a:close/>
              </a:path>
            </a:pathLst>
          </a:custGeom>
          <a:solidFill>
            <a:srgbClr val="90C225">
              <a:alpha val="85096"/>
            </a:srgbClr>
          </a:solidFill>
        </p:spPr>
        <p:txBody>
          <a:bodyPr wrap="square" lIns="0" tIns="0" rIns="0" bIns="0" rtlCol="0"/>
          <a:lstStyle/>
          <a:p>
            <a:endParaRPr/>
          </a:p>
        </p:txBody>
      </p:sp>
      <p:sp>
        <p:nvSpPr>
          <p:cNvPr id="3" name="object 3"/>
          <p:cNvSpPr txBox="1">
            <a:spLocks noGrp="1"/>
          </p:cNvSpPr>
          <p:nvPr>
            <p:ph type="title"/>
          </p:nvPr>
        </p:nvSpPr>
        <p:spPr>
          <a:xfrm>
            <a:off x="670661" y="629869"/>
            <a:ext cx="7030084" cy="1031875"/>
          </a:xfrm>
          <a:prstGeom prst="rect">
            <a:avLst/>
          </a:prstGeom>
        </p:spPr>
        <p:txBody>
          <a:bodyPr vert="horz" wrap="square" lIns="0" tIns="12700" rIns="0" bIns="0" rtlCol="0">
            <a:spAutoFit/>
          </a:bodyPr>
          <a:lstStyle/>
          <a:p>
            <a:pPr marL="12700">
              <a:lnSpc>
                <a:spcPct val="100000"/>
              </a:lnSpc>
              <a:spcBef>
                <a:spcPts val="100"/>
              </a:spcBef>
            </a:pPr>
            <a:r>
              <a:rPr sz="6600" spc="-5" dirty="0"/>
              <a:t>Implementation</a:t>
            </a:r>
            <a:r>
              <a:rPr sz="6600" spc="-20" dirty="0"/>
              <a:t> </a:t>
            </a:r>
            <a:r>
              <a:rPr sz="6600" spc="-10" dirty="0"/>
              <a:t>Plan</a:t>
            </a:r>
            <a:endParaRPr sz="6600"/>
          </a:p>
        </p:txBody>
      </p:sp>
      <p:graphicFrame>
        <p:nvGraphicFramePr>
          <p:cNvPr id="7" name="object 4"/>
          <p:cNvGraphicFramePr>
            <a:graphicFrameLocks noGrp="1"/>
          </p:cNvGraphicFramePr>
          <p:nvPr/>
        </p:nvGraphicFramePr>
        <p:xfrm>
          <a:off x="457200" y="2209800"/>
          <a:ext cx="8493125" cy="3667313"/>
        </p:xfrm>
        <a:graphic>
          <a:graphicData uri="http://schemas.openxmlformats.org/drawingml/2006/table">
            <a:tbl>
              <a:tblPr firstRow="1" bandRow="1">
                <a:tableStyleId>{2D5ABB26-0587-4C30-8999-92F81FD0307C}</a:tableStyleId>
              </a:tblPr>
              <a:tblGrid>
                <a:gridCol w="2122805"/>
                <a:gridCol w="2123440"/>
                <a:gridCol w="2123440"/>
                <a:gridCol w="2123440"/>
              </a:tblGrid>
              <a:tr h="975359">
                <a:tc>
                  <a:txBody>
                    <a:bodyPr/>
                    <a:lstStyle/>
                    <a:p>
                      <a:pPr marR="215900" algn="r">
                        <a:lnSpc>
                          <a:spcPts val="3745"/>
                        </a:lnSpc>
                      </a:pPr>
                      <a:r>
                        <a:rPr sz="3200" b="1" dirty="0">
                          <a:solidFill>
                            <a:srgbClr val="FFFFFF"/>
                          </a:solidFill>
                          <a:latin typeface="Times New Roman"/>
                          <a:cs typeface="Times New Roman"/>
                        </a:rPr>
                        <a:t>Ac</a:t>
                      </a:r>
                      <a:r>
                        <a:rPr sz="3200" b="1" spc="-15" dirty="0">
                          <a:solidFill>
                            <a:srgbClr val="FFFFFF"/>
                          </a:solidFill>
                          <a:latin typeface="Times New Roman"/>
                          <a:cs typeface="Times New Roman"/>
                        </a:rPr>
                        <a:t>t</a:t>
                      </a:r>
                      <a:r>
                        <a:rPr sz="3200" b="1" dirty="0">
                          <a:solidFill>
                            <a:srgbClr val="FFFFFF"/>
                          </a:solidFill>
                          <a:latin typeface="Times New Roman"/>
                          <a:cs typeface="Times New Roman"/>
                        </a:rPr>
                        <a:t>i</a:t>
                      </a:r>
                      <a:r>
                        <a:rPr sz="3200" b="1" spc="5" dirty="0">
                          <a:solidFill>
                            <a:srgbClr val="FFFFFF"/>
                          </a:solidFill>
                          <a:latin typeface="Times New Roman"/>
                          <a:cs typeface="Times New Roman"/>
                        </a:rPr>
                        <a:t>v</a:t>
                      </a:r>
                      <a:r>
                        <a:rPr sz="3200" b="1" dirty="0">
                          <a:solidFill>
                            <a:srgbClr val="FFFFFF"/>
                          </a:solidFill>
                          <a:latin typeface="Times New Roman"/>
                          <a:cs typeface="Times New Roman"/>
                        </a:rPr>
                        <a:t>ity</a:t>
                      </a:r>
                      <a:endParaRPr sz="3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526415">
                        <a:lnSpc>
                          <a:spcPts val="3745"/>
                        </a:lnSpc>
                      </a:pPr>
                      <a:r>
                        <a:rPr sz="3200" b="1" dirty="0">
                          <a:solidFill>
                            <a:srgbClr val="FFFFFF"/>
                          </a:solidFill>
                          <a:latin typeface="Times New Roman"/>
                          <a:cs typeface="Times New Roman"/>
                        </a:rPr>
                        <a:t>Days</a:t>
                      </a:r>
                      <a:endParaRPr sz="32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527050" marR="709930">
                        <a:lnSpc>
                          <a:spcPts val="3840"/>
                        </a:lnSpc>
                        <a:spcBef>
                          <a:spcPts val="30"/>
                        </a:spcBef>
                      </a:pPr>
                      <a:r>
                        <a:rPr sz="3200" b="1" dirty="0">
                          <a:solidFill>
                            <a:srgbClr val="FFFFFF"/>
                          </a:solidFill>
                          <a:latin typeface="Times New Roman"/>
                          <a:cs typeface="Times New Roman"/>
                        </a:rPr>
                        <a:t>Start  </a:t>
                      </a:r>
                      <a:r>
                        <a:rPr sz="3200" b="1" spc="-5" dirty="0">
                          <a:solidFill>
                            <a:srgbClr val="FFFFFF"/>
                          </a:solidFill>
                          <a:latin typeface="Times New Roman"/>
                          <a:cs typeface="Times New Roman"/>
                        </a:rPr>
                        <a:t>Date</a:t>
                      </a:r>
                      <a:endParaRPr sz="3200">
                        <a:latin typeface="Times New Roman"/>
                        <a:cs typeface="Times New Roman"/>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527685" marR="843280">
                        <a:lnSpc>
                          <a:spcPts val="3840"/>
                        </a:lnSpc>
                        <a:spcBef>
                          <a:spcPts val="30"/>
                        </a:spcBef>
                      </a:pPr>
                      <a:r>
                        <a:rPr sz="3200" b="1" spc="-5" dirty="0">
                          <a:solidFill>
                            <a:srgbClr val="FFFFFF"/>
                          </a:solidFill>
                          <a:latin typeface="Times New Roman"/>
                          <a:cs typeface="Times New Roman"/>
                        </a:rPr>
                        <a:t>End  </a:t>
                      </a:r>
                      <a:r>
                        <a:rPr sz="3200" b="1" dirty="0">
                          <a:solidFill>
                            <a:srgbClr val="FFFFFF"/>
                          </a:solidFill>
                          <a:latin typeface="Times New Roman"/>
                          <a:cs typeface="Times New Roman"/>
                        </a:rPr>
                        <a:t>d</a:t>
                      </a:r>
                      <a:r>
                        <a:rPr sz="3200" b="1" spc="5" dirty="0">
                          <a:solidFill>
                            <a:srgbClr val="FFFFFF"/>
                          </a:solidFill>
                          <a:latin typeface="Times New Roman"/>
                          <a:cs typeface="Times New Roman"/>
                        </a:rPr>
                        <a:t>a</a:t>
                      </a:r>
                      <a:r>
                        <a:rPr sz="3200" b="1" dirty="0">
                          <a:solidFill>
                            <a:srgbClr val="FFFFFF"/>
                          </a:solidFill>
                          <a:latin typeface="Times New Roman"/>
                          <a:cs typeface="Times New Roman"/>
                        </a:rPr>
                        <a:t>te</a:t>
                      </a:r>
                      <a:endParaRPr sz="3200">
                        <a:latin typeface="Times New Roman"/>
                        <a:cs typeface="Times New Roman"/>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r>
              <a:tr h="425576">
                <a:tc>
                  <a:txBody>
                    <a:bodyPr/>
                    <a:lstStyle/>
                    <a:p>
                      <a:pPr marR="170180" algn="r">
                        <a:lnSpc>
                          <a:spcPts val="2100"/>
                        </a:lnSpc>
                      </a:pPr>
                      <a:r>
                        <a:rPr sz="1800" b="1" spc="-10" dirty="0">
                          <a:solidFill>
                            <a:srgbClr val="FFFFFF"/>
                          </a:solidFill>
                          <a:latin typeface="Times New Roman"/>
                          <a:cs typeface="Times New Roman"/>
                        </a:rPr>
                        <a:t>Guide</a:t>
                      </a:r>
                      <a:r>
                        <a:rPr sz="1800" b="1" spc="-45" dirty="0">
                          <a:solidFill>
                            <a:srgbClr val="FFFFFF"/>
                          </a:solidFill>
                          <a:latin typeface="Times New Roman"/>
                          <a:cs typeface="Times New Roman"/>
                        </a:rPr>
                        <a:t> </a:t>
                      </a:r>
                      <a:r>
                        <a:rPr sz="1800" b="1" spc="-15" dirty="0">
                          <a:solidFill>
                            <a:srgbClr val="FFFFFF"/>
                          </a:solidFill>
                          <a:latin typeface="Times New Roman"/>
                          <a:cs typeface="Times New Roman"/>
                        </a:rPr>
                        <a:t>meeting</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90C225"/>
                    </a:solidFill>
                  </a:tcPr>
                </a:tc>
                <a:tc>
                  <a:txBody>
                    <a:bodyPr/>
                    <a:lstStyle/>
                    <a:p>
                      <a:pPr marL="526415">
                        <a:lnSpc>
                          <a:spcPts val="2100"/>
                        </a:lnSpc>
                      </a:pPr>
                      <a:r>
                        <a:rPr sz="1800" spc="10" dirty="0">
                          <a:latin typeface="Times New Roman"/>
                          <a:cs typeface="Times New Roman"/>
                        </a:rPr>
                        <a:t>1d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527050">
                        <a:lnSpc>
                          <a:spcPts val="2100"/>
                        </a:lnSpc>
                      </a:pPr>
                      <a:r>
                        <a:rPr sz="1800" spc="5" smtClean="0">
                          <a:latin typeface="Times New Roman"/>
                          <a:cs typeface="Times New Roman"/>
                        </a:rPr>
                        <a:t>08/2</a:t>
                      </a:r>
                      <a:r>
                        <a:rPr lang="en-US" sz="1800" spc="5" dirty="0" smtClean="0">
                          <a:latin typeface="Times New Roman"/>
                          <a:cs typeface="Times New Roman"/>
                        </a:rPr>
                        <a:t>9</a:t>
                      </a:r>
                      <a:r>
                        <a:rPr sz="1800" spc="5" smtClean="0">
                          <a:latin typeface="Times New Roman"/>
                          <a:cs typeface="Times New Roman"/>
                        </a:rPr>
                        <a:t>/19</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527685">
                        <a:lnSpc>
                          <a:spcPts val="2100"/>
                        </a:lnSpc>
                      </a:pPr>
                      <a:r>
                        <a:rPr sz="1800" spc="5" smtClean="0">
                          <a:latin typeface="Times New Roman"/>
                          <a:cs typeface="Times New Roman"/>
                        </a:rPr>
                        <a:t>08/2</a:t>
                      </a:r>
                      <a:r>
                        <a:rPr lang="en-US" sz="1800" spc="5" dirty="0" smtClean="0">
                          <a:latin typeface="Times New Roman"/>
                          <a:cs typeface="Times New Roman"/>
                        </a:rPr>
                        <a:t>9</a:t>
                      </a:r>
                      <a:r>
                        <a:rPr sz="1800" spc="5" smtClean="0">
                          <a:latin typeface="Times New Roman"/>
                          <a:cs typeface="Times New Roman"/>
                        </a:rPr>
                        <a:t>/19</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r>
              <a:tr h="858901">
                <a:tc>
                  <a:txBody>
                    <a:bodyPr/>
                    <a:lstStyle/>
                    <a:p>
                      <a:pPr marL="525780">
                        <a:lnSpc>
                          <a:spcPts val="2100"/>
                        </a:lnSpc>
                      </a:pPr>
                      <a:r>
                        <a:rPr sz="1800" b="1" spc="-5" smtClean="0">
                          <a:solidFill>
                            <a:srgbClr val="FFFFFF"/>
                          </a:solidFill>
                          <a:latin typeface="Times New Roman"/>
                          <a:cs typeface="Times New Roman"/>
                        </a:rPr>
                        <a:t>Title</a:t>
                      </a:r>
                    </a:p>
                    <a:p>
                      <a:pPr marL="525780">
                        <a:lnSpc>
                          <a:spcPct val="100000"/>
                        </a:lnSpc>
                      </a:pPr>
                      <a:r>
                        <a:rPr sz="1800" b="1" spc="-10" smtClean="0">
                          <a:solidFill>
                            <a:srgbClr val="FFFFFF"/>
                          </a:solidFill>
                          <a:latin typeface="Times New Roman"/>
                          <a:cs typeface="Times New Roman"/>
                        </a:rPr>
                        <a:t>Confirmation</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0C225"/>
                    </a:solidFill>
                  </a:tcPr>
                </a:tc>
                <a:tc>
                  <a:txBody>
                    <a:bodyPr/>
                    <a:lstStyle/>
                    <a:p>
                      <a:pPr marL="526415">
                        <a:lnSpc>
                          <a:spcPts val="2100"/>
                        </a:lnSpc>
                      </a:pPr>
                      <a:r>
                        <a:rPr sz="1800" spc="10" smtClean="0">
                          <a:latin typeface="Times New Roman"/>
                          <a:cs typeface="Times New Roman"/>
                        </a:rPr>
                        <a:t>1d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DF4E8"/>
                    </a:solidFill>
                  </a:tcPr>
                </a:tc>
                <a:tc>
                  <a:txBody>
                    <a:bodyPr/>
                    <a:lstStyle/>
                    <a:p>
                      <a:pPr marL="527050">
                        <a:lnSpc>
                          <a:spcPts val="2100"/>
                        </a:lnSpc>
                      </a:pPr>
                      <a:r>
                        <a:rPr sz="1800" spc="5" smtClean="0">
                          <a:latin typeface="Times New Roman"/>
                          <a:cs typeface="Times New Roman"/>
                        </a:rPr>
                        <a:t>0</a:t>
                      </a:r>
                      <a:r>
                        <a:rPr lang="en-US" sz="1800" spc="5" dirty="0" smtClean="0">
                          <a:latin typeface="Times New Roman"/>
                          <a:cs typeface="Times New Roman"/>
                        </a:rPr>
                        <a:t>8</a:t>
                      </a:r>
                      <a:r>
                        <a:rPr sz="1800" spc="5" smtClean="0">
                          <a:latin typeface="Times New Roman"/>
                          <a:cs typeface="Times New Roman"/>
                        </a:rPr>
                        <a:t>/</a:t>
                      </a:r>
                      <a:r>
                        <a:rPr lang="en-US" sz="1800" spc="5" dirty="0" smtClean="0">
                          <a:latin typeface="Times New Roman"/>
                          <a:cs typeface="Times New Roman"/>
                        </a:rPr>
                        <a:t>30</a:t>
                      </a:r>
                      <a:r>
                        <a:rPr sz="1800" spc="5" smtClean="0">
                          <a:latin typeface="Times New Roman"/>
                          <a:cs typeface="Times New Roman"/>
                        </a:rPr>
                        <a:t>/19</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DF4E8"/>
                    </a:solidFill>
                  </a:tcPr>
                </a:tc>
                <a:tc>
                  <a:txBody>
                    <a:bodyPr/>
                    <a:lstStyle/>
                    <a:p>
                      <a:pPr marL="527685">
                        <a:lnSpc>
                          <a:spcPts val="2100"/>
                        </a:lnSpc>
                      </a:pPr>
                      <a:r>
                        <a:rPr sz="1800" spc="5" smtClean="0">
                          <a:latin typeface="Times New Roman"/>
                          <a:cs typeface="Times New Roman"/>
                        </a:rPr>
                        <a:t>08/</a:t>
                      </a:r>
                      <a:r>
                        <a:rPr lang="en-US" sz="1800" spc="5" dirty="0" smtClean="0">
                          <a:latin typeface="Times New Roman"/>
                          <a:cs typeface="Times New Roman"/>
                        </a:rPr>
                        <a:t>30</a:t>
                      </a:r>
                      <a:r>
                        <a:rPr sz="1800" spc="5" smtClean="0">
                          <a:latin typeface="Times New Roman"/>
                          <a:cs typeface="Times New Roman"/>
                        </a:rPr>
                        <a:t>/19</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DF4E8"/>
                    </a:solidFill>
                  </a:tcPr>
                </a:tc>
              </a:tr>
              <a:tr h="858901">
                <a:tc>
                  <a:txBody>
                    <a:bodyPr/>
                    <a:lstStyle/>
                    <a:p>
                      <a:pPr marL="525780">
                        <a:lnSpc>
                          <a:spcPts val="2105"/>
                        </a:lnSpc>
                      </a:pPr>
                      <a:r>
                        <a:rPr sz="1800" b="1" spc="-15" dirty="0">
                          <a:solidFill>
                            <a:srgbClr val="FFFFFF"/>
                          </a:solidFill>
                          <a:latin typeface="Times New Roman"/>
                          <a:cs typeface="Times New Roman"/>
                        </a:rPr>
                        <a:t>Research</a:t>
                      </a:r>
                      <a:r>
                        <a:rPr sz="1800" b="1" spc="25" dirty="0">
                          <a:solidFill>
                            <a:srgbClr val="FFFFFF"/>
                          </a:solidFill>
                          <a:latin typeface="Times New Roman"/>
                          <a:cs typeface="Times New Roman"/>
                        </a:rPr>
                        <a:t> </a:t>
                      </a:r>
                      <a:r>
                        <a:rPr sz="1800" b="1" spc="-10" dirty="0">
                          <a:solidFill>
                            <a:srgbClr val="FFFFFF"/>
                          </a:solidFill>
                          <a:latin typeface="Times New Roman"/>
                          <a:cs typeface="Times New Roman"/>
                        </a:rPr>
                        <a:t>on</a:t>
                      </a:r>
                      <a:endParaRPr sz="1800">
                        <a:latin typeface="Times New Roman"/>
                        <a:cs typeface="Times New Roman"/>
                      </a:endParaRPr>
                    </a:p>
                    <a:p>
                      <a:pPr marL="525780">
                        <a:lnSpc>
                          <a:spcPct val="100000"/>
                        </a:lnSpc>
                      </a:pPr>
                      <a:r>
                        <a:rPr sz="1800" b="1" spc="-10" dirty="0">
                          <a:solidFill>
                            <a:srgbClr val="FFFFFF"/>
                          </a:solidFill>
                          <a:latin typeface="Times New Roman"/>
                          <a:cs typeface="Times New Roman"/>
                        </a:rPr>
                        <a:t>Project</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0C225"/>
                    </a:solidFill>
                  </a:tcPr>
                </a:tc>
                <a:tc>
                  <a:txBody>
                    <a:bodyPr/>
                    <a:lstStyle/>
                    <a:p>
                      <a:pPr marL="526415">
                        <a:lnSpc>
                          <a:spcPts val="2105"/>
                        </a:lnSpc>
                      </a:pPr>
                      <a:r>
                        <a:rPr lang="en-US" sz="1800" spc="10" dirty="0" smtClean="0">
                          <a:latin typeface="Times New Roman"/>
                          <a:cs typeface="Times New Roman"/>
                        </a:rPr>
                        <a:t>10</a:t>
                      </a:r>
                      <a:r>
                        <a:rPr sz="1800" spc="10" smtClean="0">
                          <a:latin typeface="Times New Roman"/>
                          <a:cs typeface="Times New Roman"/>
                        </a:rPr>
                        <a:t>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527050">
                        <a:lnSpc>
                          <a:spcPts val="2105"/>
                        </a:lnSpc>
                      </a:pPr>
                      <a:r>
                        <a:rPr sz="1800" spc="5" smtClean="0">
                          <a:latin typeface="Times New Roman"/>
                          <a:cs typeface="Times New Roman"/>
                        </a:rPr>
                        <a:t>09/</a:t>
                      </a:r>
                      <a:r>
                        <a:rPr lang="en-US" sz="1800" spc="5" dirty="0" smtClean="0">
                          <a:latin typeface="Times New Roman"/>
                          <a:cs typeface="Times New Roman"/>
                        </a:rPr>
                        <a:t>07</a:t>
                      </a:r>
                      <a:r>
                        <a:rPr sz="1800" spc="5" smtClean="0">
                          <a:latin typeface="Times New Roman"/>
                          <a:cs typeface="Times New Roman"/>
                        </a:rPr>
                        <a:t>/19</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527685">
                        <a:lnSpc>
                          <a:spcPts val="2105"/>
                        </a:lnSpc>
                      </a:pPr>
                      <a:r>
                        <a:rPr sz="1800" spc="5" smtClean="0">
                          <a:latin typeface="Times New Roman"/>
                          <a:cs typeface="Times New Roman"/>
                        </a:rPr>
                        <a:t>09/</a:t>
                      </a:r>
                      <a:r>
                        <a:rPr lang="en-US" sz="1800" spc="5" dirty="0" smtClean="0">
                          <a:latin typeface="Times New Roman"/>
                          <a:cs typeface="Times New Roman"/>
                        </a:rPr>
                        <a:t>17</a:t>
                      </a:r>
                      <a:r>
                        <a:rPr sz="1800" spc="5" smtClean="0">
                          <a:latin typeface="Times New Roman"/>
                          <a:cs typeface="Times New Roman"/>
                        </a:rPr>
                        <a:t>/19</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r>
              <a:tr h="548576">
                <a:tc>
                  <a:txBody>
                    <a:bodyPr/>
                    <a:lstStyle/>
                    <a:p>
                      <a:pPr marL="525780">
                        <a:lnSpc>
                          <a:spcPts val="2105"/>
                        </a:lnSpc>
                      </a:pPr>
                      <a:r>
                        <a:rPr sz="1800" b="1" spc="-15" dirty="0">
                          <a:solidFill>
                            <a:srgbClr val="FFFFFF"/>
                          </a:solidFill>
                          <a:latin typeface="Times New Roman"/>
                          <a:cs typeface="Times New Roman"/>
                        </a:rPr>
                        <a:t>Resource</a:t>
                      </a:r>
                      <a:endParaRPr sz="1800">
                        <a:latin typeface="Times New Roman"/>
                        <a:cs typeface="Times New Roman"/>
                      </a:endParaRPr>
                    </a:p>
                    <a:p>
                      <a:pPr marL="525780">
                        <a:lnSpc>
                          <a:spcPts val="2115"/>
                        </a:lnSpc>
                      </a:pPr>
                      <a:r>
                        <a:rPr sz="1800" b="1" spc="-10" dirty="0">
                          <a:solidFill>
                            <a:srgbClr val="FFFFFF"/>
                          </a:solidFill>
                          <a:latin typeface="Times New Roman"/>
                          <a:cs typeface="Times New Roman"/>
                        </a:rPr>
                        <a:t>Gathering</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90C225"/>
                    </a:solidFill>
                  </a:tcPr>
                </a:tc>
                <a:tc>
                  <a:txBody>
                    <a:bodyPr/>
                    <a:lstStyle/>
                    <a:p>
                      <a:pPr marL="526415">
                        <a:lnSpc>
                          <a:spcPts val="2105"/>
                        </a:lnSpc>
                      </a:pPr>
                      <a:r>
                        <a:rPr lang="en-US" sz="1800" spc="10" dirty="0" smtClean="0">
                          <a:latin typeface="Times New Roman"/>
                          <a:cs typeface="Times New Roman"/>
                        </a:rPr>
                        <a:t>10</a:t>
                      </a:r>
                      <a:r>
                        <a:rPr sz="1800" spc="10" smtClean="0">
                          <a:latin typeface="Times New Roman"/>
                          <a:cs typeface="Times New Roman"/>
                        </a:rPr>
                        <a:t>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DF4E8"/>
                    </a:solidFill>
                  </a:tcPr>
                </a:tc>
                <a:tc>
                  <a:txBody>
                    <a:bodyPr/>
                    <a:lstStyle/>
                    <a:p>
                      <a:pPr marL="527050">
                        <a:lnSpc>
                          <a:spcPts val="2105"/>
                        </a:lnSpc>
                      </a:pPr>
                      <a:r>
                        <a:rPr sz="1800" spc="5" smtClean="0">
                          <a:latin typeface="Times New Roman"/>
                          <a:cs typeface="Times New Roman"/>
                        </a:rPr>
                        <a:t>09/</a:t>
                      </a:r>
                      <a:r>
                        <a:rPr lang="en-US" sz="1800" spc="5" dirty="0" smtClean="0">
                          <a:latin typeface="Times New Roman"/>
                          <a:cs typeface="Times New Roman"/>
                        </a:rPr>
                        <a:t>18</a:t>
                      </a:r>
                      <a:r>
                        <a:rPr sz="1800" spc="5" smtClean="0">
                          <a:latin typeface="Times New Roman"/>
                          <a:cs typeface="Times New Roman"/>
                        </a:rPr>
                        <a:t>/19</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DF4E8"/>
                    </a:solidFill>
                  </a:tcPr>
                </a:tc>
                <a:tc>
                  <a:txBody>
                    <a:bodyPr/>
                    <a:lstStyle/>
                    <a:p>
                      <a:pPr marL="527685">
                        <a:lnSpc>
                          <a:spcPts val="2105"/>
                        </a:lnSpc>
                      </a:pPr>
                      <a:r>
                        <a:rPr lang="en-US" sz="1800" spc="5" dirty="0" smtClean="0">
                          <a:latin typeface="Times New Roman"/>
                          <a:cs typeface="Times New Roman"/>
                        </a:rPr>
                        <a:t>09</a:t>
                      </a:r>
                      <a:r>
                        <a:rPr sz="1800" spc="5" smtClean="0">
                          <a:latin typeface="Times New Roman"/>
                          <a:cs typeface="Times New Roman"/>
                        </a:rPr>
                        <a:t>/2</a:t>
                      </a:r>
                      <a:r>
                        <a:rPr lang="en-US" sz="1800" spc="5" dirty="0" smtClean="0">
                          <a:latin typeface="Times New Roman"/>
                          <a:cs typeface="Times New Roman"/>
                        </a:rPr>
                        <a:t>8</a:t>
                      </a:r>
                      <a:r>
                        <a:rPr sz="1800" spc="5" smtClean="0">
                          <a:latin typeface="Times New Roman"/>
                          <a:cs typeface="Times New Roman"/>
                        </a:rPr>
                        <a:t>/19</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DF4E8"/>
                    </a:solid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4215"/>
            <a:ext cx="448309" cy="2844165"/>
          </a:xfrm>
          <a:custGeom>
            <a:avLst/>
            <a:gdLst/>
            <a:ahLst/>
            <a:cxnLst/>
            <a:rect l="l" t="t" r="r" b="b"/>
            <a:pathLst>
              <a:path w="448309" h="2844165">
                <a:moveTo>
                  <a:pt x="0" y="0"/>
                </a:moveTo>
                <a:lnTo>
                  <a:pt x="0" y="2843783"/>
                </a:lnTo>
                <a:lnTo>
                  <a:pt x="448056" y="2843783"/>
                </a:lnTo>
                <a:lnTo>
                  <a:pt x="0" y="0"/>
                </a:lnTo>
                <a:close/>
              </a:path>
            </a:pathLst>
          </a:custGeom>
          <a:solidFill>
            <a:srgbClr val="90C225">
              <a:alpha val="85096"/>
            </a:srgbClr>
          </a:solidFill>
        </p:spPr>
        <p:txBody>
          <a:bodyPr wrap="square" lIns="0" tIns="0" rIns="0" bIns="0" rtlCol="0"/>
          <a:lstStyle/>
          <a:p>
            <a:endParaRPr/>
          </a:p>
        </p:txBody>
      </p:sp>
      <p:sp>
        <p:nvSpPr>
          <p:cNvPr id="3" name="object 3"/>
          <p:cNvSpPr txBox="1">
            <a:spLocks noGrp="1"/>
          </p:cNvSpPr>
          <p:nvPr>
            <p:ph type="title"/>
          </p:nvPr>
        </p:nvSpPr>
        <p:spPr>
          <a:xfrm>
            <a:off x="922426" y="168605"/>
            <a:ext cx="4538345" cy="1243965"/>
          </a:xfrm>
          <a:prstGeom prst="rect">
            <a:avLst/>
          </a:prstGeom>
        </p:spPr>
        <p:txBody>
          <a:bodyPr vert="horz" wrap="square" lIns="0" tIns="12065" rIns="0" bIns="0" rtlCol="0">
            <a:spAutoFit/>
          </a:bodyPr>
          <a:lstStyle/>
          <a:p>
            <a:pPr marL="12700" algn="l">
              <a:lnSpc>
                <a:spcPct val="100000"/>
              </a:lnSpc>
              <a:spcBef>
                <a:spcPts val="95"/>
              </a:spcBef>
            </a:pPr>
            <a:r>
              <a:rPr sz="8000" spc="-5" dirty="0"/>
              <a:t>References</a:t>
            </a:r>
            <a:endParaRPr sz="8000"/>
          </a:p>
        </p:txBody>
      </p:sp>
      <p:sp>
        <p:nvSpPr>
          <p:cNvPr id="5" name="Rectangle 4"/>
          <p:cNvSpPr/>
          <p:nvPr/>
        </p:nvSpPr>
        <p:spPr>
          <a:xfrm>
            <a:off x="609600" y="1364188"/>
            <a:ext cx="7620000" cy="5493812"/>
          </a:xfrm>
          <a:prstGeom prst="rect">
            <a:avLst/>
          </a:prstGeom>
        </p:spPr>
        <p:txBody>
          <a:bodyPr wrap="square">
            <a:spAutoFit/>
          </a:bodyPr>
          <a:lstStyle/>
          <a:p>
            <a:pPr>
              <a:buFont typeface="Arial" pitchFamily="34" charset="0"/>
              <a:buChar char="•"/>
            </a:pPr>
            <a:r>
              <a:rPr lang="en-US" sz="2700" dirty="0" err="1" smtClean="0">
                <a:solidFill>
                  <a:schemeClr val="bg1"/>
                </a:solidFill>
              </a:rPr>
              <a:t>Hari</a:t>
            </a:r>
            <a:r>
              <a:rPr lang="en-US" sz="2700" dirty="0" smtClean="0">
                <a:solidFill>
                  <a:schemeClr val="bg1"/>
                </a:solidFill>
              </a:rPr>
              <a:t>  K. Prasad, J. Alex </a:t>
            </a:r>
            <a:r>
              <a:rPr lang="en-US" sz="2700" dirty="0" err="1" smtClean="0">
                <a:solidFill>
                  <a:schemeClr val="bg1"/>
                </a:solidFill>
              </a:rPr>
              <a:t>Haldermany</a:t>
            </a:r>
            <a:r>
              <a:rPr lang="en-US" sz="2700" dirty="0" smtClean="0">
                <a:solidFill>
                  <a:schemeClr val="bg1"/>
                </a:solidFill>
              </a:rPr>
              <a:t>  , </a:t>
            </a:r>
            <a:r>
              <a:rPr lang="en-US" sz="2700" dirty="0" err="1" smtClean="0">
                <a:solidFill>
                  <a:schemeClr val="bg1"/>
                </a:solidFill>
              </a:rPr>
              <a:t>Rop</a:t>
            </a:r>
            <a:r>
              <a:rPr lang="en-US" sz="2700" dirty="0" smtClean="0">
                <a:solidFill>
                  <a:schemeClr val="bg1"/>
                </a:solidFill>
              </a:rPr>
              <a:t>  </a:t>
            </a:r>
            <a:r>
              <a:rPr lang="en-US" sz="2700" dirty="0" err="1" smtClean="0">
                <a:solidFill>
                  <a:schemeClr val="bg1"/>
                </a:solidFill>
              </a:rPr>
              <a:t>Gonggrijp</a:t>
            </a:r>
            <a:r>
              <a:rPr lang="en-US" sz="2700" dirty="0" smtClean="0">
                <a:solidFill>
                  <a:schemeClr val="bg1"/>
                </a:solidFill>
              </a:rPr>
              <a:t>, Scott </a:t>
            </a:r>
            <a:r>
              <a:rPr lang="en-US" sz="2700" dirty="0" err="1" smtClean="0">
                <a:solidFill>
                  <a:schemeClr val="bg1"/>
                </a:solidFill>
              </a:rPr>
              <a:t>Wolchoky</a:t>
            </a:r>
            <a:r>
              <a:rPr lang="en-US" sz="2700" dirty="0" smtClean="0">
                <a:solidFill>
                  <a:schemeClr val="bg1"/>
                </a:solidFill>
              </a:rPr>
              <a:t>, Eric </a:t>
            </a:r>
            <a:r>
              <a:rPr lang="en-US" sz="2700" dirty="0" err="1" smtClean="0">
                <a:solidFill>
                  <a:schemeClr val="bg1"/>
                </a:solidFill>
              </a:rPr>
              <a:t>Wustrowy</a:t>
            </a:r>
            <a:r>
              <a:rPr lang="en-US" sz="2700" dirty="0" smtClean="0">
                <a:solidFill>
                  <a:schemeClr val="bg1"/>
                </a:solidFill>
              </a:rPr>
              <a:t>, </a:t>
            </a:r>
            <a:r>
              <a:rPr lang="en-US" sz="2700" dirty="0" err="1" smtClean="0">
                <a:solidFill>
                  <a:schemeClr val="bg1"/>
                </a:solidFill>
              </a:rPr>
              <a:t>Arun</a:t>
            </a:r>
            <a:r>
              <a:rPr lang="en-US" sz="2700" dirty="0" smtClean="0">
                <a:solidFill>
                  <a:schemeClr val="bg1"/>
                </a:solidFill>
              </a:rPr>
              <a:t> </a:t>
            </a:r>
            <a:r>
              <a:rPr lang="en-US" sz="2700" dirty="0" err="1" smtClean="0">
                <a:solidFill>
                  <a:schemeClr val="bg1"/>
                </a:solidFill>
              </a:rPr>
              <a:t>Kankipati</a:t>
            </a:r>
            <a:r>
              <a:rPr lang="en-US" sz="2700" dirty="0" smtClean="0">
                <a:solidFill>
                  <a:schemeClr val="bg1"/>
                </a:solidFill>
              </a:rPr>
              <a:t>, </a:t>
            </a:r>
            <a:r>
              <a:rPr lang="en-US" sz="2700" dirty="0" err="1" smtClean="0">
                <a:solidFill>
                  <a:schemeClr val="bg1"/>
                </a:solidFill>
              </a:rPr>
              <a:t>Sai</a:t>
            </a:r>
            <a:r>
              <a:rPr lang="en-US" sz="2700" dirty="0" smtClean="0">
                <a:solidFill>
                  <a:schemeClr val="bg1"/>
                </a:solidFill>
              </a:rPr>
              <a:t> Krishna </a:t>
            </a:r>
            <a:r>
              <a:rPr lang="en-US" sz="2700" dirty="0" err="1" smtClean="0">
                <a:solidFill>
                  <a:schemeClr val="bg1"/>
                </a:solidFill>
              </a:rPr>
              <a:t>Sakhamuri</a:t>
            </a:r>
            <a:r>
              <a:rPr lang="en-US" sz="2700" dirty="0" smtClean="0">
                <a:solidFill>
                  <a:schemeClr val="bg1"/>
                </a:solidFill>
              </a:rPr>
              <a:t>, </a:t>
            </a:r>
            <a:r>
              <a:rPr lang="en-US" sz="2700" dirty="0" err="1" smtClean="0">
                <a:solidFill>
                  <a:schemeClr val="bg1"/>
                </a:solidFill>
              </a:rPr>
              <a:t>Vasavya</a:t>
            </a:r>
            <a:r>
              <a:rPr lang="en-US" sz="2700" dirty="0" smtClean="0">
                <a:solidFill>
                  <a:schemeClr val="bg1"/>
                </a:solidFill>
              </a:rPr>
              <a:t> </a:t>
            </a:r>
            <a:r>
              <a:rPr lang="en-US" sz="2700" dirty="0" err="1" smtClean="0">
                <a:solidFill>
                  <a:schemeClr val="bg1"/>
                </a:solidFill>
              </a:rPr>
              <a:t>Yagati</a:t>
            </a:r>
            <a:r>
              <a:rPr lang="en-US" sz="2700" dirty="0" smtClean="0">
                <a:solidFill>
                  <a:schemeClr val="bg1"/>
                </a:solidFill>
              </a:rPr>
              <a:t>, </a:t>
            </a:r>
            <a:r>
              <a:rPr lang="en-US" sz="2700" i="1" dirty="0" smtClean="0">
                <a:solidFill>
                  <a:schemeClr val="bg1"/>
                </a:solidFill>
              </a:rPr>
              <a:t>“Security Analysis of India’s Electronic Voting Machines”, April 29, 2010. </a:t>
            </a:r>
          </a:p>
          <a:p>
            <a:pPr>
              <a:buFont typeface="Arial" pitchFamily="34" charset="0"/>
              <a:buChar char="•"/>
            </a:pPr>
            <a:r>
              <a:rPr lang="en-US" sz="2700" dirty="0" smtClean="0">
                <a:solidFill>
                  <a:schemeClr val="bg1"/>
                </a:solidFill>
              </a:rPr>
              <a:t> </a:t>
            </a:r>
            <a:r>
              <a:rPr lang="en-US" sz="2700" dirty="0" err="1" smtClean="0">
                <a:solidFill>
                  <a:schemeClr val="bg1"/>
                </a:solidFill>
              </a:rPr>
              <a:t>Sheifali</a:t>
            </a:r>
            <a:r>
              <a:rPr lang="en-US" sz="2700" dirty="0" smtClean="0">
                <a:solidFill>
                  <a:schemeClr val="bg1"/>
                </a:solidFill>
              </a:rPr>
              <a:t> Gupta, O.P. </a:t>
            </a:r>
            <a:r>
              <a:rPr lang="en-US" sz="2700" dirty="0" err="1" smtClean="0">
                <a:solidFill>
                  <a:schemeClr val="bg1"/>
                </a:solidFill>
              </a:rPr>
              <a:t>Sahoo</a:t>
            </a:r>
            <a:r>
              <a:rPr lang="en-US" sz="2700" dirty="0" smtClean="0">
                <a:solidFill>
                  <a:schemeClr val="bg1"/>
                </a:solidFill>
              </a:rPr>
              <a:t>, Ajay </a:t>
            </a:r>
            <a:r>
              <a:rPr lang="en-US" sz="2700" dirty="0" err="1" smtClean="0">
                <a:solidFill>
                  <a:schemeClr val="bg1"/>
                </a:solidFill>
              </a:rPr>
              <a:t>Goel</a:t>
            </a:r>
            <a:r>
              <a:rPr lang="en-US" sz="2700" dirty="0" smtClean="0">
                <a:solidFill>
                  <a:schemeClr val="bg1"/>
                </a:solidFill>
              </a:rPr>
              <a:t>, </a:t>
            </a:r>
            <a:r>
              <a:rPr lang="en-US" sz="2700" dirty="0" err="1" smtClean="0">
                <a:solidFill>
                  <a:schemeClr val="bg1"/>
                </a:solidFill>
              </a:rPr>
              <a:t>Rupesh</a:t>
            </a:r>
            <a:r>
              <a:rPr lang="en-US" sz="2700" dirty="0" smtClean="0">
                <a:solidFill>
                  <a:schemeClr val="bg1"/>
                </a:solidFill>
              </a:rPr>
              <a:t> Gupta</a:t>
            </a:r>
            <a:r>
              <a:rPr lang="en-US" sz="2700" i="1" dirty="0" smtClean="0">
                <a:solidFill>
                  <a:schemeClr val="bg1"/>
                </a:solidFill>
              </a:rPr>
              <a:t>, “A New Optimized Approach to Face Recognition Using </a:t>
            </a:r>
            <a:r>
              <a:rPr lang="en-US" sz="2700" i="1" dirty="0" err="1" smtClean="0">
                <a:solidFill>
                  <a:schemeClr val="bg1"/>
                </a:solidFill>
              </a:rPr>
              <a:t>EigenFaces</a:t>
            </a:r>
            <a:r>
              <a:rPr lang="en-US" sz="2700" i="1" dirty="0" smtClean="0">
                <a:solidFill>
                  <a:schemeClr val="bg1"/>
                </a:solidFill>
              </a:rPr>
              <a:t>”, Global Journal of Computer Science and Technology Vol. 10 Issue 1, April 2010. </a:t>
            </a:r>
          </a:p>
          <a:p>
            <a:pPr>
              <a:buFont typeface="Arial" pitchFamily="34" charset="0"/>
              <a:buChar char="•"/>
            </a:pPr>
            <a:r>
              <a:rPr lang="en-US" sz="2700" dirty="0" smtClean="0">
                <a:solidFill>
                  <a:schemeClr val="bg1"/>
                </a:solidFill>
              </a:rPr>
              <a:t> S. Ravi, S. Wilson, </a:t>
            </a:r>
            <a:r>
              <a:rPr lang="en-US" sz="2700" i="1" dirty="0" smtClean="0">
                <a:solidFill>
                  <a:schemeClr val="bg1"/>
                </a:solidFill>
              </a:rPr>
              <a:t>“Face Detection with Facial Features and Gender Classification Based on Support Vector Machine”, 2010 Special Issue - International Journal of Imaging Science and Engineering. </a:t>
            </a:r>
            <a:endParaRPr lang="en-US" sz="2700" dirty="0">
              <a:solidFill>
                <a:schemeClr val="bg1"/>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4958" y="429209"/>
            <a:ext cx="6058534" cy="1018591"/>
          </a:xfrm>
        </p:spPr>
        <p:txBody>
          <a:bodyPr/>
          <a:lstStyle/>
          <a:p>
            <a:pPr algn="l"/>
            <a:r>
              <a:rPr lang="en-US" sz="8000" spc="-5" dirty="0" smtClean="0"/>
              <a:t>References</a:t>
            </a:r>
            <a:endParaRPr lang="en-US" sz="8000" dirty="0"/>
          </a:p>
        </p:txBody>
      </p:sp>
      <p:sp>
        <p:nvSpPr>
          <p:cNvPr id="3" name="Text Placeholder 2"/>
          <p:cNvSpPr>
            <a:spLocks noGrp="1"/>
          </p:cNvSpPr>
          <p:nvPr>
            <p:ph type="body" idx="1"/>
          </p:nvPr>
        </p:nvSpPr>
        <p:spPr>
          <a:xfrm>
            <a:off x="533400" y="1828800"/>
            <a:ext cx="9145905" cy="4616648"/>
          </a:xfrm>
        </p:spPr>
        <p:txBody>
          <a:bodyPr/>
          <a:lstStyle/>
          <a:p>
            <a:pPr>
              <a:buFont typeface="Arial" pitchFamily="34" charset="0"/>
              <a:buChar char="•"/>
            </a:pPr>
            <a:r>
              <a:rPr lang="en-US" sz="2500" dirty="0" smtClean="0"/>
              <a:t> </a:t>
            </a:r>
            <a:r>
              <a:rPr lang="en-US" sz="2500" dirty="0" err="1" smtClean="0"/>
              <a:t>Hemlata</a:t>
            </a:r>
            <a:r>
              <a:rPr lang="en-US" sz="2500" dirty="0" smtClean="0"/>
              <a:t>  </a:t>
            </a:r>
            <a:r>
              <a:rPr lang="en-US" sz="2500" dirty="0" err="1" smtClean="0"/>
              <a:t>Sahu</a:t>
            </a:r>
            <a:r>
              <a:rPr lang="en-US" sz="2500" dirty="0" smtClean="0"/>
              <a:t> , </a:t>
            </a:r>
            <a:r>
              <a:rPr lang="en-US" sz="2500" dirty="0" err="1" smtClean="0"/>
              <a:t>Anupam</a:t>
            </a:r>
            <a:r>
              <a:rPr lang="en-US" sz="2500" dirty="0" smtClean="0"/>
              <a:t> </a:t>
            </a:r>
            <a:r>
              <a:rPr lang="en-US" sz="2500" dirty="0" err="1" smtClean="0"/>
              <a:t>Choudhray</a:t>
            </a:r>
            <a:r>
              <a:rPr lang="en-US" sz="2500" dirty="0" smtClean="0"/>
              <a:t>, “Polling System Using GSM Facility”, International Journal of Scientific &amp; Engineering Research. Volume 2, Issue 10, Oct-2011. </a:t>
            </a:r>
          </a:p>
          <a:p>
            <a:pPr>
              <a:buFont typeface="Arial" pitchFamily="34" charset="0"/>
              <a:buChar char="•"/>
            </a:pPr>
            <a:r>
              <a:rPr lang="en-US" sz="2500" dirty="0" smtClean="0"/>
              <a:t> Mr. </a:t>
            </a:r>
            <a:r>
              <a:rPr lang="en-US" sz="2500" dirty="0" err="1" smtClean="0"/>
              <a:t>Mayur</a:t>
            </a:r>
            <a:r>
              <a:rPr lang="en-US" sz="2500" dirty="0" smtClean="0"/>
              <a:t> </a:t>
            </a:r>
            <a:r>
              <a:rPr lang="en-US" sz="2500" dirty="0" err="1" smtClean="0"/>
              <a:t>Patil</a:t>
            </a:r>
            <a:r>
              <a:rPr lang="en-US" sz="2500" dirty="0" smtClean="0"/>
              <a:t>, Mr. Vijay </a:t>
            </a:r>
            <a:r>
              <a:rPr lang="en-US" sz="2500" dirty="0" err="1" smtClean="0"/>
              <a:t>Pimplodkar</a:t>
            </a:r>
            <a:r>
              <a:rPr lang="en-US" sz="2500" dirty="0" smtClean="0"/>
              <a:t>, Ms. </a:t>
            </a:r>
            <a:r>
              <a:rPr lang="en-US" sz="2500" dirty="0" err="1" smtClean="0"/>
              <a:t>Anuja</a:t>
            </a:r>
            <a:r>
              <a:rPr lang="en-US" sz="2500" dirty="0" smtClean="0"/>
              <a:t> R. </a:t>
            </a:r>
            <a:r>
              <a:rPr lang="en-US" sz="2500" dirty="0" err="1" smtClean="0"/>
              <a:t>Zade</a:t>
            </a:r>
            <a:r>
              <a:rPr lang="en-US" sz="2500" dirty="0" smtClean="0"/>
              <a:t>, Mr. </a:t>
            </a:r>
            <a:r>
              <a:rPr lang="en-US" sz="2500" dirty="0" err="1" smtClean="0"/>
              <a:t>Vinit</a:t>
            </a:r>
            <a:r>
              <a:rPr lang="en-US" sz="2500" dirty="0" smtClean="0"/>
              <a:t> </a:t>
            </a:r>
            <a:r>
              <a:rPr lang="en-US" sz="2500" dirty="0" err="1" smtClean="0"/>
              <a:t>Vibhute</a:t>
            </a:r>
            <a:r>
              <a:rPr lang="en-US" sz="2500" dirty="0" smtClean="0"/>
              <a:t>, Mr. </a:t>
            </a:r>
            <a:r>
              <a:rPr lang="en-US" sz="2500" dirty="0" err="1" smtClean="0"/>
              <a:t>Ratnakar</a:t>
            </a:r>
            <a:r>
              <a:rPr lang="en-US" sz="2500" dirty="0" smtClean="0"/>
              <a:t> </a:t>
            </a:r>
            <a:r>
              <a:rPr lang="en-US" sz="2500" dirty="0" err="1" smtClean="0"/>
              <a:t>Ghadge</a:t>
            </a:r>
            <a:r>
              <a:rPr lang="en-US" sz="2500" dirty="0" smtClean="0"/>
              <a:t>, </a:t>
            </a:r>
            <a:r>
              <a:rPr lang="en-US" sz="2500" i="1" dirty="0" smtClean="0"/>
              <a:t>“A Survey on Voting System Techniques”, International Journal of Advanced Research in Computer Science and Software Engineering, Volume 3, Issue 1, January 2013 ISSN: 2277 128X. </a:t>
            </a:r>
          </a:p>
          <a:p>
            <a:pPr>
              <a:buFont typeface="Arial" pitchFamily="34" charset="0"/>
              <a:buChar char="•"/>
            </a:pPr>
            <a:r>
              <a:rPr lang="en-US" sz="2500" dirty="0" smtClean="0"/>
              <a:t> </a:t>
            </a:r>
            <a:r>
              <a:rPr lang="en-US" sz="2500" dirty="0" err="1" smtClean="0"/>
              <a:t>Feng</a:t>
            </a:r>
            <a:r>
              <a:rPr lang="en-US" sz="2500" dirty="0" smtClean="0"/>
              <a:t> -Li  </a:t>
            </a:r>
            <a:r>
              <a:rPr lang="en-US" sz="2500" dirty="0" err="1" smtClean="0"/>
              <a:t>Lian</a:t>
            </a:r>
            <a:r>
              <a:rPr lang="en-US" sz="2500" dirty="0" smtClean="0"/>
              <a:t>, Yi-Chun Lin, </a:t>
            </a:r>
            <a:r>
              <a:rPr lang="en-US" sz="2500" dirty="0" err="1" smtClean="0"/>
              <a:t>Chien</a:t>
            </a:r>
            <a:r>
              <a:rPr lang="en-US" sz="2500" dirty="0" smtClean="0"/>
              <a:t> -Ting </a:t>
            </a:r>
            <a:r>
              <a:rPr lang="en-US" sz="2500" dirty="0" err="1" smtClean="0"/>
              <a:t>Kuo</a:t>
            </a:r>
            <a:r>
              <a:rPr lang="en-US" sz="2500" dirty="0" smtClean="0"/>
              <a:t>, and  </a:t>
            </a:r>
            <a:r>
              <a:rPr lang="en-US" sz="2500" dirty="0" err="1" smtClean="0"/>
              <a:t>Jong-Hann</a:t>
            </a:r>
            <a:r>
              <a:rPr lang="en-US" sz="2500" dirty="0" smtClean="0"/>
              <a:t> Jean</a:t>
            </a:r>
            <a:r>
              <a:rPr lang="en-US" sz="2500" i="1" dirty="0" smtClean="0"/>
              <a:t>, “Voting-Based Motion Estimation for Real-Time Video Transmission in Networked Mobile Camera Systems”, IEEE TRANSACTIONS ON INDUSTRIAL INFORMATICS, VOL. 9, NO. 1, FEBRUARY 2013 </a:t>
            </a:r>
            <a:endParaRPr lang="en-US" sz="25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9C93B"/>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158</TotalTime>
  <Words>697</Words>
  <Application>Microsoft Office PowerPoint</Application>
  <PresentationFormat>Custom</PresentationFormat>
  <Paragraphs>69</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VOTING SYSTEM USING FDR AND OTP</vt:lpstr>
      <vt:lpstr>Need of Project</vt:lpstr>
      <vt:lpstr>Problem Statement</vt:lpstr>
      <vt:lpstr>Dataflow Diagram</vt:lpstr>
      <vt:lpstr>Slide 5</vt:lpstr>
      <vt:lpstr>Dataflow Diagram</vt:lpstr>
      <vt:lpstr>Slide 7</vt:lpstr>
      <vt:lpstr>    Block Diagram</vt:lpstr>
      <vt:lpstr>Block Diagram</vt:lpstr>
      <vt:lpstr>Methodology</vt:lpstr>
      <vt:lpstr>Methodology</vt:lpstr>
      <vt:lpstr>Implementation Plan</vt:lpstr>
      <vt:lpstr>References</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Glasses</dc:title>
  <dc:creator>User</dc:creator>
  <cp:lastModifiedBy>Pallavi Nikam</cp:lastModifiedBy>
  <cp:revision>21</cp:revision>
  <dcterms:created xsi:type="dcterms:W3CDTF">2019-10-11T05:05:26Z</dcterms:created>
  <dcterms:modified xsi:type="dcterms:W3CDTF">2019-11-08T03:52:52Z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2019-10-11T00:00:00Z</vt:filetime>
  </property>
  <property fmtid="{D5CDD505-2E9C-101B-9397-08002B2CF9AE}" pid="3" name="Creator">
    <vt:lpwstr>Microsoft® PowerPoint® 2016</vt:lpwstr>
  </property>
  <property fmtid="{D5CDD505-2E9C-101B-9397-08002B2CF9AE}" pid="4" name="LastSaved">
    <vt:filetime>2019-10-11T00:00:00Z</vt:filetime>
  </property>
</Properties>
</file>